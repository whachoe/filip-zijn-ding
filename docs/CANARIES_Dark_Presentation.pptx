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Lst>
  <p:sldSz cx="18288000" cy="10287000"/>
  <p:notesSz cx="6858000" cy="9144000"/>
  <p:embeddedFontLst>
    <p:embeddedFont>
      <p:font typeface="Inter 1" charset="1" panose="02000503000000020004"/>
      <p:regular r:id="rId24"/>
    </p:embeddedFont>
    <p:embeddedFont>
      <p:font typeface="Inter 2 Bold" charset="1" panose="020B0802030000000004"/>
      <p:regular r:id="rId25"/>
    </p:embeddedFont>
    <p:embeddedFont>
      <p:font typeface="Inter 2 Heavy" charset="1" panose="02000503000000020004"/>
      <p:regular r:id="rId26"/>
    </p:embeddedFont>
    <p:embeddedFont>
      <p:font typeface="Inter 2" charset="1" panose="020B0502030000000004"/>
      <p:regular r:id="rId27"/>
    </p:embeddedFont>
    <p:embeddedFont>
      <p:font typeface="Inter 2 Bold Italics" charset="1" panose="020B0802030000000004"/>
      <p:regular r:id="rId28"/>
    </p:embeddedFont>
    <p:embeddedFont>
      <p:font typeface="Inter 2 Semi-Bold" charset="1" panose="02000503000000020004"/>
      <p:regular r:id="rId29"/>
    </p:embeddedFont>
    <p:embeddedFont>
      <p:font typeface="Inter 1 Bold" charset="1" panose="02000503000000020004"/>
      <p:regular r:id="rId3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fonts/font24.fntdata" Type="http://schemas.openxmlformats.org/officeDocument/2006/relationships/font"/><Relationship Id="rId25" Target="fonts/font25.fntdata" Type="http://schemas.openxmlformats.org/officeDocument/2006/relationships/font"/><Relationship Id="rId26" Target="fonts/font26.fntdata" Type="http://schemas.openxmlformats.org/officeDocument/2006/relationships/font"/><Relationship Id="rId27" Target="fonts/font27.fntdata" Type="http://schemas.openxmlformats.org/officeDocument/2006/relationships/font"/><Relationship Id="rId28" Target="fonts/font28.fntdata" Type="http://schemas.openxmlformats.org/officeDocument/2006/relationships/font"/><Relationship Id="rId29" Target="fonts/font29.fntdata" Type="http://schemas.openxmlformats.org/officeDocument/2006/relationships/font"/><Relationship Id="rId3" Target="viewProps.xml" Type="http://schemas.openxmlformats.org/officeDocument/2006/relationships/viewProps"/><Relationship Id="rId30" Target="fonts/font30.fntdata" Type="http://schemas.openxmlformats.org/officeDocument/2006/relationships/font"/><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 Id="rId6" Target="../media/image5.png" Type="http://schemas.openxmlformats.org/officeDocument/2006/relationships/image"/><Relationship Id="rId7" Target="../media/image6.pn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png" Type="http://schemas.openxmlformats.org/officeDocument/2006/relationships/image"/><Relationship Id="rId4" Target="../media/image11.png" Type="http://schemas.openxmlformats.org/officeDocument/2006/relationships/image"/><Relationship Id="rId5" Target="../media/image12.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jpeg" Type="http://schemas.openxmlformats.org/officeDocument/2006/relationships/image"/><Relationship Id="rId3" Target="../media/image14.png" Type="http://schemas.openxmlformats.org/officeDocument/2006/relationships/image"/><Relationship Id="rId4" Target="../media/image15.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png" Type="http://schemas.openxmlformats.org/officeDocument/2006/relationships/image"/><Relationship Id="rId3" Target="../media/image9.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png" Type="http://schemas.openxmlformats.org/officeDocument/2006/relationships/image"/><Relationship Id="rId3" Target="../media/image11.png" Type="http://schemas.openxmlformats.org/officeDocument/2006/relationships/image"/><Relationship Id="rId4" Target="../media/image18.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9.png" Type="http://schemas.openxmlformats.org/officeDocument/2006/relationships/image"/><Relationship Id="rId3" Target="../media/image20.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 Id="rId3" Target="../media/image10.png" Type="http://schemas.openxmlformats.org/officeDocument/2006/relationships/image"/><Relationship Id="rId4" Target="../media/image21.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2.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6.png" Type="http://schemas.openxmlformats.org/officeDocument/2006/relationships/image"/><Relationship Id="rId11" Target="../media/image27.png" Type="http://schemas.openxmlformats.org/officeDocument/2006/relationships/image"/><Relationship Id="rId12" Target="../media/image28.png" Type="http://schemas.openxmlformats.org/officeDocument/2006/relationships/image"/><Relationship Id="rId13" Target="../media/image29.png" Type="http://schemas.openxmlformats.org/officeDocument/2006/relationships/image"/><Relationship Id="rId2" Target="../media/image23.png" Type="http://schemas.openxmlformats.org/officeDocument/2006/relationships/image"/><Relationship Id="rId3" Target="../media/image12.png" Type="http://schemas.openxmlformats.org/officeDocument/2006/relationships/image"/><Relationship Id="rId4" Target="../media/image24.png" Type="http://schemas.openxmlformats.org/officeDocument/2006/relationships/image"/><Relationship Id="rId5" Target="../media/image14.png" Type="http://schemas.openxmlformats.org/officeDocument/2006/relationships/image"/><Relationship Id="rId6" Target="../media/image11.png" Type="http://schemas.openxmlformats.org/officeDocument/2006/relationships/image"/><Relationship Id="rId7" Target="../media/image15.png" Type="http://schemas.openxmlformats.org/officeDocument/2006/relationships/image"/><Relationship Id="rId8" Target="../media/image25.png" Type="http://schemas.openxmlformats.org/officeDocument/2006/relationships/image"/><Relationship Id="rId9" Target="../media/image9.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0.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 Id="rId6" Target="../media/image5.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 Id="rId6" Target="../media/image5.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9.svg" Type="http://schemas.openxmlformats.org/officeDocument/2006/relationships/image"/><Relationship Id="rId11" Target="../media/image40.png" Type="http://schemas.openxmlformats.org/officeDocument/2006/relationships/image"/><Relationship Id="rId12" Target="../media/image41.svg" Type="http://schemas.openxmlformats.org/officeDocument/2006/relationships/image"/><Relationship Id="rId13" Target="../media/image7.png" Type="http://schemas.openxmlformats.org/officeDocument/2006/relationships/image"/><Relationship Id="rId14" Target="../media/image8.svg" Type="http://schemas.openxmlformats.org/officeDocument/2006/relationships/image"/><Relationship Id="rId2" Target="../media/image31.png" Type="http://schemas.openxmlformats.org/officeDocument/2006/relationships/image"/><Relationship Id="rId3" Target="../media/image32.svg" Type="http://schemas.openxmlformats.org/officeDocument/2006/relationships/image"/><Relationship Id="rId4" Target="../media/image33.png" Type="http://schemas.openxmlformats.org/officeDocument/2006/relationships/image"/><Relationship Id="rId5" Target="../media/image34.png" Type="http://schemas.openxmlformats.org/officeDocument/2006/relationships/image"/><Relationship Id="rId6" Target="../media/image35.svg" Type="http://schemas.openxmlformats.org/officeDocument/2006/relationships/image"/><Relationship Id="rId7" Target="../media/image36.png" Type="http://schemas.openxmlformats.org/officeDocument/2006/relationships/image"/><Relationship Id="rId8" Target="../media/image37.svg" Type="http://schemas.openxmlformats.org/officeDocument/2006/relationships/image"/><Relationship Id="rId9" Target="../media/image38.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47.png" Type="http://schemas.openxmlformats.org/officeDocument/2006/relationships/image"/><Relationship Id="rId11" Target="../media/image48.svg" Type="http://schemas.openxmlformats.org/officeDocument/2006/relationships/image"/><Relationship Id="rId12" Target="../media/image49.png" Type="http://schemas.openxmlformats.org/officeDocument/2006/relationships/image"/><Relationship Id="rId13" Target="../media/image50.svg" Type="http://schemas.openxmlformats.org/officeDocument/2006/relationships/image"/><Relationship Id="rId14" Target="../media/image51.png" Type="http://schemas.openxmlformats.org/officeDocument/2006/relationships/image"/><Relationship Id="rId15" Target="../media/image52.svg" Type="http://schemas.openxmlformats.org/officeDocument/2006/relationships/image"/><Relationship Id="rId16" Target="../media/image53.png" Type="http://schemas.openxmlformats.org/officeDocument/2006/relationships/image"/><Relationship Id="rId17" Target="../media/image54.svg" Type="http://schemas.openxmlformats.org/officeDocument/2006/relationships/image"/><Relationship Id="rId18" Target="../media/image55.png" Type="http://schemas.openxmlformats.org/officeDocument/2006/relationships/image"/><Relationship Id="rId19" Target="../media/image56.svg" Type="http://schemas.openxmlformats.org/officeDocument/2006/relationships/image"/><Relationship Id="rId2" Target="../media/image23.png" Type="http://schemas.openxmlformats.org/officeDocument/2006/relationships/image"/><Relationship Id="rId20" Target="../media/image57.png" Type="http://schemas.openxmlformats.org/officeDocument/2006/relationships/image"/><Relationship Id="rId21" Target="../media/image58.svg" Type="http://schemas.openxmlformats.org/officeDocument/2006/relationships/image"/><Relationship Id="rId22" Target="../media/image59.png" Type="http://schemas.openxmlformats.org/officeDocument/2006/relationships/image"/><Relationship Id="rId23" Target="../media/image60.svg" Type="http://schemas.openxmlformats.org/officeDocument/2006/relationships/image"/><Relationship Id="rId24" Target="../media/image61.png" Type="http://schemas.openxmlformats.org/officeDocument/2006/relationships/image"/><Relationship Id="rId25" Target="../media/image62.svg" Type="http://schemas.openxmlformats.org/officeDocument/2006/relationships/image"/><Relationship Id="rId26" Target="../media/image63.png" Type="http://schemas.openxmlformats.org/officeDocument/2006/relationships/image"/><Relationship Id="rId27" Target="../media/image64.svg" Type="http://schemas.openxmlformats.org/officeDocument/2006/relationships/image"/><Relationship Id="rId28" Target="../media/image65.png" Type="http://schemas.openxmlformats.org/officeDocument/2006/relationships/image"/><Relationship Id="rId29" Target="../media/image66.svg" Type="http://schemas.openxmlformats.org/officeDocument/2006/relationships/image"/><Relationship Id="rId3" Target="../media/image42.png" Type="http://schemas.openxmlformats.org/officeDocument/2006/relationships/image"/><Relationship Id="rId30" Target="../media/image67.png" Type="http://schemas.openxmlformats.org/officeDocument/2006/relationships/image"/><Relationship Id="rId31" Target="../media/image68.svg" Type="http://schemas.openxmlformats.org/officeDocument/2006/relationships/image"/><Relationship Id="rId32" Target="../media/image69.png" Type="http://schemas.openxmlformats.org/officeDocument/2006/relationships/image"/><Relationship Id="rId33" Target="../media/image70.svg" Type="http://schemas.openxmlformats.org/officeDocument/2006/relationships/image"/><Relationship Id="rId34" Target="../media/image71.png" Type="http://schemas.openxmlformats.org/officeDocument/2006/relationships/image"/><Relationship Id="rId35" Target="../media/image72.svg" Type="http://schemas.openxmlformats.org/officeDocument/2006/relationships/image"/><Relationship Id="rId36" Target="../media/image73.png" Type="http://schemas.openxmlformats.org/officeDocument/2006/relationships/image"/><Relationship Id="rId37" Target="../media/image74.svg" Type="http://schemas.openxmlformats.org/officeDocument/2006/relationships/image"/><Relationship Id="rId38" Target="../media/image75.png" Type="http://schemas.openxmlformats.org/officeDocument/2006/relationships/image"/><Relationship Id="rId39" Target="../media/image76.svg" Type="http://schemas.openxmlformats.org/officeDocument/2006/relationships/image"/><Relationship Id="rId4" Target="../media/image18.png" Type="http://schemas.openxmlformats.org/officeDocument/2006/relationships/image"/><Relationship Id="rId40" Target="../media/image77.png" Type="http://schemas.openxmlformats.org/officeDocument/2006/relationships/image"/><Relationship Id="rId41" Target="../media/image78.svg" Type="http://schemas.openxmlformats.org/officeDocument/2006/relationships/image"/><Relationship Id="rId5" Target="../media/image20.png" Type="http://schemas.openxmlformats.org/officeDocument/2006/relationships/image"/><Relationship Id="rId6" Target="../media/image43.png" Type="http://schemas.openxmlformats.org/officeDocument/2006/relationships/image"/><Relationship Id="rId7" Target="../media/image44.svg" Type="http://schemas.openxmlformats.org/officeDocument/2006/relationships/image"/><Relationship Id="rId8" Target="../media/image45.png" Type="http://schemas.openxmlformats.org/officeDocument/2006/relationships/image"/><Relationship Id="rId9" Target="../media/image46.sv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4.png" Type="http://schemas.openxmlformats.org/officeDocument/2006/relationships/image"/><Relationship Id="rId11" Target="../media/image11.png" Type="http://schemas.openxmlformats.org/officeDocument/2006/relationships/image"/><Relationship Id="rId12" Target="../media/image15.png" Type="http://schemas.openxmlformats.org/officeDocument/2006/relationships/image"/><Relationship Id="rId13" Target="../media/image12.png" Type="http://schemas.openxmlformats.org/officeDocument/2006/relationships/image"/><Relationship Id="rId14" Target="../media/image24.png" Type="http://schemas.openxmlformats.org/officeDocument/2006/relationships/image"/><Relationship Id="rId15" Target="../media/image26.png" Type="http://schemas.openxmlformats.org/officeDocument/2006/relationships/image"/><Relationship Id="rId16" Target="../media/image29.png" Type="http://schemas.openxmlformats.org/officeDocument/2006/relationships/image"/><Relationship Id="rId17" Target="../media/image82.png" Type="http://schemas.openxmlformats.org/officeDocument/2006/relationships/image"/><Relationship Id="rId18" Target="../media/image83.png" Type="http://schemas.openxmlformats.org/officeDocument/2006/relationships/image"/><Relationship Id="rId19" Target="../media/image84.png" Type="http://schemas.openxmlformats.org/officeDocument/2006/relationships/image"/><Relationship Id="rId2" Target="../media/image9.png" Type="http://schemas.openxmlformats.org/officeDocument/2006/relationships/image"/><Relationship Id="rId20" Target="../media/image85.svg" Type="http://schemas.openxmlformats.org/officeDocument/2006/relationships/image"/><Relationship Id="rId21" Target="../media/image86.png" Type="http://schemas.openxmlformats.org/officeDocument/2006/relationships/image"/><Relationship Id="rId22" Target="../media/image87.svg" Type="http://schemas.openxmlformats.org/officeDocument/2006/relationships/image"/><Relationship Id="rId23" Target="../media/image88.png" Type="http://schemas.openxmlformats.org/officeDocument/2006/relationships/image"/><Relationship Id="rId24" Target="../media/image89.png" Type="http://schemas.openxmlformats.org/officeDocument/2006/relationships/image"/><Relationship Id="rId25" Target="../media/image90.svg" Type="http://schemas.openxmlformats.org/officeDocument/2006/relationships/image"/><Relationship Id="rId26" Target="../media/image91.png" Type="http://schemas.openxmlformats.org/officeDocument/2006/relationships/image"/><Relationship Id="rId27" Target="../media/image92.svg" Type="http://schemas.openxmlformats.org/officeDocument/2006/relationships/image"/><Relationship Id="rId28" Target="../media/image93.png" Type="http://schemas.openxmlformats.org/officeDocument/2006/relationships/image"/><Relationship Id="rId29" Target="../media/image94.svg" Type="http://schemas.openxmlformats.org/officeDocument/2006/relationships/image"/><Relationship Id="rId3" Target="../media/image30.png" Type="http://schemas.openxmlformats.org/officeDocument/2006/relationships/image"/><Relationship Id="rId30" Target="../media/image95.png" Type="http://schemas.openxmlformats.org/officeDocument/2006/relationships/image"/><Relationship Id="rId31" Target="../media/image96.svg" Type="http://schemas.openxmlformats.org/officeDocument/2006/relationships/image"/><Relationship Id="rId4" Target="../media/image17.png" Type="http://schemas.openxmlformats.org/officeDocument/2006/relationships/image"/><Relationship Id="rId5" Target="../media/image79.png" Type="http://schemas.openxmlformats.org/officeDocument/2006/relationships/image"/><Relationship Id="rId6" Target="../media/image80.svg" Type="http://schemas.openxmlformats.org/officeDocument/2006/relationships/image"/><Relationship Id="rId7" Target="../media/image25.png" Type="http://schemas.openxmlformats.org/officeDocument/2006/relationships/image"/><Relationship Id="rId8" Target="../media/image5.png" Type="http://schemas.openxmlformats.org/officeDocument/2006/relationships/image"/><Relationship Id="rId9" Target="../media/image81.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0">
            <a:off x="3316702" y="516818"/>
            <a:ext cx="1474814" cy="1176287"/>
          </a:xfrm>
          <a:custGeom>
            <a:avLst/>
            <a:gdLst/>
            <a:ahLst/>
            <a:cxnLst/>
            <a:rect r="r" b="b" t="t" l="l"/>
            <a:pathLst>
              <a:path h="1176287" w="1474814">
                <a:moveTo>
                  <a:pt x="0" y="0"/>
                </a:moveTo>
                <a:lnTo>
                  <a:pt x="1474814" y="0"/>
                </a:lnTo>
                <a:lnTo>
                  <a:pt x="1474814" y="1176287"/>
                </a:lnTo>
                <a:lnTo>
                  <a:pt x="0" y="1176287"/>
                </a:lnTo>
                <a:lnTo>
                  <a:pt x="0" y="0"/>
                </a:lnTo>
                <a:close/>
              </a:path>
            </a:pathLst>
          </a:custGeom>
          <a:blipFill>
            <a:blip r:embed="rId2"/>
            <a:stretch>
              <a:fillRect l="0" t="-12689" r="0" b="-12689"/>
            </a:stretch>
          </a:blipFill>
        </p:spPr>
      </p:sp>
      <p:sp>
        <p:nvSpPr>
          <p:cNvPr name="Freeform 3" id="3"/>
          <p:cNvSpPr/>
          <p:nvPr/>
        </p:nvSpPr>
        <p:spPr>
          <a:xfrm flipH="false" flipV="false" rot="0">
            <a:off x="798080" y="860320"/>
            <a:ext cx="2356649" cy="951666"/>
          </a:xfrm>
          <a:custGeom>
            <a:avLst/>
            <a:gdLst/>
            <a:ahLst/>
            <a:cxnLst/>
            <a:rect r="r" b="b" t="t" l="l"/>
            <a:pathLst>
              <a:path h="951666" w="2356649">
                <a:moveTo>
                  <a:pt x="0" y="0"/>
                </a:moveTo>
                <a:lnTo>
                  <a:pt x="2356649" y="0"/>
                </a:lnTo>
                <a:lnTo>
                  <a:pt x="2356649" y="951666"/>
                </a:lnTo>
                <a:lnTo>
                  <a:pt x="0" y="951666"/>
                </a:lnTo>
                <a:lnTo>
                  <a:pt x="0" y="0"/>
                </a:lnTo>
                <a:close/>
              </a:path>
            </a:pathLst>
          </a:custGeom>
          <a:blipFill>
            <a:blip r:embed="rId3"/>
            <a:stretch>
              <a:fillRect l="0" t="0" r="0" b="0"/>
            </a:stretch>
          </a:blipFill>
        </p:spPr>
      </p:sp>
      <p:sp>
        <p:nvSpPr>
          <p:cNvPr name="Freeform 4" id="4"/>
          <p:cNvSpPr/>
          <p:nvPr/>
        </p:nvSpPr>
        <p:spPr>
          <a:xfrm flipH="false" flipV="false" rot="0">
            <a:off x="15183950" y="967054"/>
            <a:ext cx="2115470" cy="563244"/>
          </a:xfrm>
          <a:custGeom>
            <a:avLst/>
            <a:gdLst/>
            <a:ahLst/>
            <a:cxnLst/>
            <a:rect r="r" b="b" t="t" l="l"/>
            <a:pathLst>
              <a:path h="563244" w="2115470">
                <a:moveTo>
                  <a:pt x="0" y="0"/>
                </a:moveTo>
                <a:lnTo>
                  <a:pt x="2115470" y="0"/>
                </a:lnTo>
                <a:lnTo>
                  <a:pt x="2115470" y="563244"/>
                </a:lnTo>
                <a:lnTo>
                  <a:pt x="0" y="563244"/>
                </a:lnTo>
                <a:lnTo>
                  <a:pt x="0" y="0"/>
                </a:lnTo>
                <a:close/>
              </a:path>
            </a:pathLst>
          </a:custGeom>
          <a:blipFill>
            <a:blip r:embed="rId4"/>
            <a:stretch>
              <a:fillRect l="0" t="0" r="0" b="0"/>
            </a:stretch>
          </a:blipFill>
        </p:spPr>
      </p:sp>
      <p:sp>
        <p:nvSpPr>
          <p:cNvPr name="Freeform 5" id="5"/>
          <p:cNvSpPr/>
          <p:nvPr/>
        </p:nvSpPr>
        <p:spPr>
          <a:xfrm flipH="false" flipV="false" rot="0">
            <a:off x="12436170" y="952916"/>
            <a:ext cx="2559789" cy="690273"/>
          </a:xfrm>
          <a:custGeom>
            <a:avLst/>
            <a:gdLst/>
            <a:ahLst/>
            <a:cxnLst/>
            <a:rect r="r" b="b" t="t" l="l"/>
            <a:pathLst>
              <a:path h="690273" w="2559789">
                <a:moveTo>
                  <a:pt x="0" y="0"/>
                </a:moveTo>
                <a:lnTo>
                  <a:pt x="2559789" y="0"/>
                </a:lnTo>
                <a:lnTo>
                  <a:pt x="2559789" y="690273"/>
                </a:lnTo>
                <a:lnTo>
                  <a:pt x="0" y="690273"/>
                </a:lnTo>
                <a:lnTo>
                  <a:pt x="0" y="0"/>
                </a:lnTo>
                <a:close/>
              </a:path>
            </a:pathLst>
          </a:custGeom>
          <a:blipFill>
            <a:blip r:embed="rId5"/>
            <a:stretch>
              <a:fillRect l="0" t="-81183" r="0" b="-81183"/>
            </a:stretch>
          </a:blipFill>
        </p:spPr>
      </p:sp>
      <p:sp>
        <p:nvSpPr>
          <p:cNvPr name="Freeform 6" id="6"/>
          <p:cNvSpPr/>
          <p:nvPr/>
        </p:nvSpPr>
        <p:spPr>
          <a:xfrm flipH="false" flipV="false" rot="0">
            <a:off x="8144814" y="605042"/>
            <a:ext cx="1948408" cy="1477476"/>
          </a:xfrm>
          <a:custGeom>
            <a:avLst/>
            <a:gdLst/>
            <a:ahLst/>
            <a:cxnLst/>
            <a:rect r="r" b="b" t="t" l="l"/>
            <a:pathLst>
              <a:path h="1477476" w="1948408">
                <a:moveTo>
                  <a:pt x="0" y="0"/>
                </a:moveTo>
                <a:lnTo>
                  <a:pt x="1948408" y="0"/>
                </a:lnTo>
                <a:lnTo>
                  <a:pt x="1948408" y="1477476"/>
                </a:lnTo>
                <a:lnTo>
                  <a:pt x="0" y="1477476"/>
                </a:lnTo>
                <a:lnTo>
                  <a:pt x="0" y="0"/>
                </a:lnTo>
                <a:close/>
              </a:path>
            </a:pathLst>
          </a:custGeom>
          <a:blipFill>
            <a:blip r:embed="rId6"/>
            <a:stretch>
              <a:fillRect l="-30064" t="0" r="-21595" b="0"/>
            </a:stretch>
          </a:blipFill>
        </p:spPr>
      </p:sp>
      <p:sp>
        <p:nvSpPr>
          <p:cNvPr name="TextBox 7" id="7"/>
          <p:cNvSpPr txBox="true"/>
          <p:nvPr/>
        </p:nvSpPr>
        <p:spPr>
          <a:xfrm rot="0">
            <a:off x="7972639" y="2786977"/>
            <a:ext cx="2481558" cy="367622"/>
          </a:xfrm>
          <a:prstGeom prst="rect">
            <a:avLst/>
          </a:prstGeom>
        </p:spPr>
        <p:txBody>
          <a:bodyPr anchor="t" rtlCol="false" tIns="0" lIns="0" bIns="0" rIns="0">
            <a:spAutoFit/>
          </a:bodyPr>
          <a:lstStyle/>
          <a:p>
            <a:pPr algn="ctr" marL="0" indent="0" lvl="0">
              <a:lnSpc>
                <a:spcPts val="2709"/>
              </a:lnSpc>
            </a:pPr>
            <a:r>
              <a:rPr lang="en-US" sz="2913" spc="-87">
                <a:solidFill>
                  <a:srgbClr val="FFFFFF"/>
                </a:solidFill>
                <a:latin typeface="Inter 1"/>
                <a:ea typeface="Inter 1"/>
                <a:cs typeface="Inter 1"/>
                <a:sym typeface="Inter 1"/>
              </a:rPr>
              <a:t>WELCOME TO </a:t>
            </a:r>
          </a:p>
        </p:txBody>
      </p:sp>
      <p:sp>
        <p:nvSpPr>
          <p:cNvPr name="Freeform 8" id="8"/>
          <p:cNvSpPr/>
          <p:nvPr/>
        </p:nvSpPr>
        <p:spPr>
          <a:xfrm flipH="false" flipV="false" rot="0">
            <a:off x="5399414" y="3254251"/>
            <a:ext cx="643984" cy="1110108"/>
          </a:xfrm>
          <a:custGeom>
            <a:avLst/>
            <a:gdLst/>
            <a:ahLst/>
            <a:cxnLst/>
            <a:rect r="r" b="b" t="t" l="l"/>
            <a:pathLst>
              <a:path h="1110108" w="643984">
                <a:moveTo>
                  <a:pt x="0" y="0"/>
                </a:moveTo>
                <a:lnTo>
                  <a:pt x="643984" y="0"/>
                </a:lnTo>
                <a:lnTo>
                  <a:pt x="643984" y="1110107"/>
                </a:lnTo>
                <a:lnTo>
                  <a:pt x="0" y="1110107"/>
                </a:lnTo>
                <a:lnTo>
                  <a:pt x="0" y="0"/>
                </a:lnTo>
                <a:close/>
              </a:path>
            </a:pathLst>
          </a:custGeom>
          <a:blipFill>
            <a:blip r:embed="rId7"/>
            <a:stretch>
              <a:fillRect l="-59730" t="-124588" r="-1044099" b="-124588"/>
            </a:stretch>
          </a:blipFill>
        </p:spPr>
      </p:sp>
      <p:sp>
        <p:nvSpPr>
          <p:cNvPr name="Freeform 9" id="9"/>
          <p:cNvSpPr/>
          <p:nvPr/>
        </p:nvSpPr>
        <p:spPr>
          <a:xfrm flipH="false" flipV="false" rot="0">
            <a:off x="6043398" y="3254251"/>
            <a:ext cx="540552" cy="1110108"/>
          </a:xfrm>
          <a:custGeom>
            <a:avLst/>
            <a:gdLst/>
            <a:ahLst/>
            <a:cxnLst/>
            <a:rect r="r" b="b" t="t" l="l"/>
            <a:pathLst>
              <a:path h="1110108" w="540552">
                <a:moveTo>
                  <a:pt x="0" y="0"/>
                </a:moveTo>
                <a:lnTo>
                  <a:pt x="540551" y="0"/>
                </a:lnTo>
                <a:lnTo>
                  <a:pt x="540551" y="1110107"/>
                </a:lnTo>
                <a:lnTo>
                  <a:pt x="0" y="1110107"/>
                </a:lnTo>
                <a:lnTo>
                  <a:pt x="0" y="0"/>
                </a:lnTo>
                <a:close/>
              </a:path>
            </a:pathLst>
          </a:custGeom>
          <a:blipFill>
            <a:blip r:embed="rId7"/>
            <a:stretch>
              <a:fillRect l="-188093" t="-124588" r="-1146084" b="-124588"/>
            </a:stretch>
          </a:blipFill>
        </p:spPr>
      </p:sp>
      <p:sp>
        <p:nvSpPr>
          <p:cNvPr name="Freeform 10" id="10"/>
          <p:cNvSpPr/>
          <p:nvPr/>
        </p:nvSpPr>
        <p:spPr>
          <a:xfrm flipH="false" flipV="false" rot="0">
            <a:off x="6583949" y="3254251"/>
            <a:ext cx="782737" cy="1126687"/>
          </a:xfrm>
          <a:custGeom>
            <a:avLst/>
            <a:gdLst/>
            <a:ahLst/>
            <a:cxnLst/>
            <a:rect r="r" b="b" t="t" l="l"/>
            <a:pathLst>
              <a:path h="1126687" w="782737">
                <a:moveTo>
                  <a:pt x="0" y="0"/>
                </a:moveTo>
                <a:lnTo>
                  <a:pt x="782737" y="0"/>
                </a:lnTo>
                <a:lnTo>
                  <a:pt x="782737" y="1126686"/>
                </a:lnTo>
                <a:lnTo>
                  <a:pt x="0" y="1126686"/>
                </a:lnTo>
                <a:lnTo>
                  <a:pt x="0" y="0"/>
                </a:lnTo>
                <a:close/>
              </a:path>
            </a:pathLst>
          </a:custGeom>
          <a:blipFill>
            <a:blip r:embed="rId7"/>
            <a:stretch>
              <a:fillRect l="-198400" t="-122580" r="-692030" b="-121458"/>
            </a:stretch>
          </a:blipFill>
        </p:spPr>
      </p:sp>
      <p:sp>
        <p:nvSpPr>
          <p:cNvPr name="Freeform 11" id="11"/>
          <p:cNvSpPr/>
          <p:nvPr/>
        </p:nvSpPr>
        <p:spPr>
          <a:xfrm flipH="false" flipV="false" rot="0">
            <a:off x="7366686" y="3254251"/>
            <a:ext cx="782737" cy="1126687"/>
          </a:xfrm>
          <a:custGeom>
            <a:avLst/>
            <a:gdLst/>
            <a:ahLst/>
            <a:cxnLst/>
            <a:rect r="r" b="b" t="t" l="l"/>
            <a:pathLst>
              <a:path h="1126687" w="782737">
                <a:moveTo>
                  <a:pt x="0" y="0"/>
                </a:moveTo>
                <a:lnTo>
                  <a:pt x="782737" y="0"/>
                </a:lnTo>
                <a:lnTo>
                  <a:pt x="782737" y="1126686"/>
                </a:lnTo>
                <a:lnTo>
                  <a:pt x="0" y="1126686"/>
                </a:lnTo>
                <a:lnTo>
                  <a:pt x="0" y="0"/>
                </a:lnTo>
                <a:close/>
              </a:path>
            </a:pathLst>
          </a:custGeom>
          <a:blipFill>
            <a:blip r:embed="rId7"/>
            <a:stretch>
              <a:fillRect l="-298281" t="-122056" r="-592150" b="-121982"/>
            </a:stretch>
          </a:blipFill>
        </p:spPr>
      </p:sp>
      <p:sp>
        <p:nvSpPr>
          <p:cNvPr name="Freeform 12" id="12"/>
          <p:cNvSpPr/>
          <p:nvPr/>
        </p:nvSpPr>
        <p:spPr>
          <a:xfrm flipH="false" flipV="false" rot="0">
            <a:off x="8149423" y="3254251"/>
            <a:ext cx="782737" cy="1126687"/>
          </a:xfrm>
          <a:custGeom>
            <a:avLst/>
            <a:gdLst/>
            <a:ahLst/>
            <a:cxnLst/>
            <a:rect r="r" b="b" t="t" l="l"/>
            <a:pathLst>
              <a:path h="1126687" w="782737">
                <a:moveTo>
                  <a:pt x="0" y="0"/>
                </a:moveTo>
                <a:lnTo>
                  <a:pt x="782737" y="0"/>
                </a:lnTo>
                <a:lnTo>
                  <a:pt x="782737" y="1126686"/>
                </a:lnTo>
                <a:lnTo>
                  <a:pt x="0" y="1126686"/>
                </a:lnTo>
                <a:lnTo>
                  <a:pt x="0" y="0"/>
                </a:lnTo>
                <a:close/>
              </a:path>
            </a:pathLst>
          </a:custGeom>
          <a:blipFill>
            <a:blip r:embed="rId7"/>
            <a:stretch>
              <a:fillRect l="-395632" t="-122056" r="-494799" b="-121982"/>
            </a:stretch>
          </a:blipFill>
        </p:spPr>
      </p:sp>
      <p:sp>
        <p:nvSpPr>
          <p:cNvPr name="Freeform 13" id="13"/>
          <p:cNvSpPr/>
          <p:nvPr/>
        </p:nvSpPr>
        <p:spPr>
          <a:xfrm flipH="false" flipV="false" rot="0">
            <a:off x="8932160" y="3254251"/>
            <a:ext cx="782737" cy="1126687"/>
          </a:xfrm>
          <a:custGeom>
            <a:avLst/>
            <a:gdLst/>
            <a:ahLst/>
            <a:cxnLst/>
            <a:rect r="r" b="b" t="t" l="l"/>
            <a:pathLst>
              <a:path h="1126687" w="782737">
                <a:moveTo>
                  <a:pt x="0" y="0"/>
                </a:moveTo>
                <a:lnTo>
                  <a:pt x="782737" y="0"/>
                </a:lnTo>
                <a:lnTo>
                  <a:pt x="782737" y="1126686"/>
                </a:lnTo>
                <a:lnTo>
                  <a:pt x="0" y="1126686"/>
                </a:lnTo>
                <a:lnTo>
                  <a:pt x="0" y="0"/>
                </a:lnTo>
                <a:close/>
              </a:path>
            </a:pathLst>
          </a:custGeom>
          <a:blipFill>
            <a:blip r:embed="rId7"/>
            <a:stretch>
              <a:fillRect l="-495416" t="-122056" r="-395015" b="-121982"/>
            </a:stretch>
          </a:blipFill>
        </p:spPr>
      </p:sp>
      <p:sp>
        <p:nvSpPr>
          <p:cNvPr name="Freeform 14" id="14"/>
          <p:cNvSpPr/>
          <p:nvPr/>
        </p:nvSpPr>
        <p:spPr>
          <a:xfrm flipH="false" flipV="false" rot="0">
            <a:off x="9714897" y="3245961"/>
            <a:ext cx="518410" cy="1126687"/>
          </a:xfrm>
          <a:custGeom>
            <a:avLst/>
            <a:gdLst/>
            <a:ahLst/>
            <a:cxnLst/>
            <a:rect r="r" b="b" t="t" l="l"/>
            <a:pathLst>
              <a:path h="1126687" w="518410">
                <a:moveTo>
                  <a:pt x="0" y="0"/>
                </a:moveTo>
                <a:lnTo>
                  <a:pt x="518409" y="0"/>
                </a:lnTo>
                <a:lnTo>
                  <a:pt x="518409" y="1126687"/>
                </a:lnTo>
                <a:lnTo>
                  <a:pt x="0" y="1126687"/>
                </a:lnTo>
                <a:lnTo>
                  <a:pt x="0" y="0"/>
                </a:lnTo>
                <a:close/>
              </a:path>
            </a:pathLst>
          </a:custGeom>
          <a:blipFill>
            <a:blip r:embed="rId7"/>
            <a:stretch>
              <a:fillRect l="-900544" t="-121036" r="-494889" b="-123002"/>
            </a:stretch>
          </a:blipFill>
        </p:spPr>
      </p:sp>
      <p:sp>
        <p:nvSpPr>
          <p:cNvPr name="Freeform 15" id="15"/>
          <p:cNvSpPr/>
          <p:nvPr/>
        </p:nvSpPr>
        <p:spPr>
          <a:xfrm flipH="false" flipV="false" rot="0">
            <a:off x="10233306" y="3245961"/>
            <a:ext cx="518410" cy="1126687"/>
          </a:xfrm>
          <a:custGeom>
            <a:avLst/>
            <a:gdLst/>
            <a:ahLst/>
            <a:cxnLst/>
            <a:rect r="r" b="b" t="t" l="l"/>
            <a:pathLst>
              <a:path h="1126687" w="518410">
                <a:moveTo>
                  <a:pt x="0" y="0"/>
                </a:moveTo>
                <a:lnTo>
                  <a:pt x="518410" y="0"/>
                </a:lnTo>
                <a:lnTo>
                  <a:pt x="518410" y="1126687"/>
                </a:lnTo>
                <a:lnTo>
                  <a:pt x="0" y="1126687"/>
                </a:lnTo>
                <a:lnTo>
                  <a:pt x="0" y="0"/>
                </a:lnTo>
                <a:close/>
              </a:path>
            </a:pathLst>
          </a:custGeom>
          <a:blipFill>
            <a:blip r:embed="rId7"/>
            <a:stretch>
              <a:fillRect l="-999761" t="-121036" r="-395672" b="-123002"/>
            </a:stretch>
          </a:blipFill>
        </p:spPr>
      </p:sp>
      <p:sp>
        <p:nvSpPr>
          <p:cNvPr name="Freeform 16" id="16"/>
          <p:cNvSpPr/>
          <p:nvPr/>
        </p:nvSpPr>
        <p:spPr>
          <a:xfrm flipH="false" flipV="false" rot="0">
            <a:off x="10751716" y="3245961"/>
            <a:ext cx="697102" cy="1134976"/>
          </a:xfrm>
          <a:custGeom>
            <a:avLst/>
            <a:gdLst/>
            <a:ahLst/>
            <a:cxnLst/>
            <a:rect r="r" b="b" t="t" l="l"/>
            <a:pathLst>
              <a:path h="1134976" w="697102">
                <a:moveTo>
                  <a:pt x="0" y="0"/>
                </a:moveTo>
                <a:lnTo>
                  <a:pt x="697102" y="0"/>
                </a:lnTo>
                <a:lnTo>
                  <a:pt x="697102" y="1134976"/>
                </a:lnTo>
                <a:lnTo>
                  <a:pt x="0" y="1134976"/>
                </a:lnTo>
                <a:lnTo>
                  <a:pt x="0" y="0"/>
                </a:lnTo>
                <a:close/>
              </a:path>
            </a:pathLst>
          </a:custGeom>
          <a:blipFill>
            <a:blip r:embed="rId7"/>
            <a:stretch>
              <a:fillRect l="-818636" t="-120152" r="-193463" b="-121373"/>
            </a:stretch>
          </a:blipFill>
        </p:spPr>
      </p:sp>
      <p:sp>
        <p:nvSpPr>
          <p:cNvPr name="Freeform 17" id="17"/>
          <p:cNvSpPr/>
          <p:nvPr/>
        </p:nvSpPr>
        <p:spPr>
          <a:xfrm flipH="false" flipV="false" rot="0">
            <a:off x="11448818" y="3245961"/>
            <a:ext cx="643579" cy="1123484"/>
          </a:xfrm>
          <a:custGeom>
            <a:avLst/>
            <a:gdLst/>
            <a:ahLst/>
            <a:cxnLst/>
            <a:rect r="r" b="b" t="t" l="l"/>
            <a:pathLst>
              <a:path h="1123484" w="643579">
                <a:moveTo>
                  <a:pt x="0" y="0"/>
                </a:moveTo>
                <a:lnTo>
                  <a:pt x="643580" y="0"/>
                </a:lnTo>
                <a:lnTo>
                  <a:pt x="643580" y="1123484"/>
                </a:lnTo>
                <a:lnTo>
                  <a:pt x="0" y="1123484"/>
                </a:lnTo>
                <a:lnTo>
                  <a:pt x="0" y="0"/>
                </a:lnTo>
                <a:close/>
              </a:path>
            </a:pathLst>
          </a:custGeom>
          <a:blipFill>
            <a:blip r:embed="rId7"/>
            <a:stretch>
              <a:fillRect l="-994758" t="-121381" r="-109828" b="-123637"/>
            </a:stretch>
          </a:blipFill>
        </p:spPr>
      </p:sp>
      <p:sp>
        <p:nvSpPr>
          <p:cNvPr name="Freeform 18" id="18"/>
          <p:cNvSpPr/>
          <p:nvPr/>
        </p:nvSpPr>
        <p:spPr>
          <a:xfrm flipH="false" flipV="false" rot="0">
            <a:off x="12046428" y="3245961"/>
            <a:ext cx="711532" cy="1089006"/>
          </a:xfrm>
          <a:custGeom>
            <a:avLst/>
            <a:gdLst/>
            <a:ahLst/>
            <a:cxnLst/>
            <a:rect r="r" b="b" t="t" l="l"/>
            <a:pathLst>
              <a:path h="1089006" w="711532">
                <a:moveTo>
                  <a:pt x="0" y="0"/>
                </a:moveTo>
                <a:lnTo>
                  <a:pt x="711532" y="0"/>
                </a:lnTo>
                <a:lnTo>
                  <a:pt x="711532" y="1089006"/>
                </a:lnTo>
                <a:lnTo>
                  <a:pt x="0" y="1089006"/>
                </a:lnTo>
                <a:lnTo>
                  <a:pt x="0" y="0"/>
                </a:lnTo>
                <a:close/>
              </a:path>
            </a:pathLst>
          </a:custGeom>
          <a:blipFill>
            <a:blip r:embed="rId7"/>
            <a:stretch>
              <a:fillRect l="-983913" t="-125224" r="-5633" b="-130718"/>
            </a:stretch>
          </a:blipFill>
        </p:spPr>
      </p:sp>
      <p:sp>
        <p:nvSpPr>
          <p:cNvPr name="Freeform 19" id="19"/>
          <p:cNvSpPr/>
          <p:nvPr/>
        </p:nvSpPr>
        <p:spPr>
          <a:xfrm flipH="false" flipV="false" rot="0">
            <a:off x="-634267" y="1194245"/>
            <a:ext cx="19430200" cy="9715100"/>
          </a:xfrm>
          <a:custGeom>
            <a:avLst/>
            <a:gdLst/>
            <a:ahLst/>
            <a:cxnLst/>
            <a:rect r="r" b="b" t="t" l="l"/>
            <a:pathLst>
              <a:path h="9715100" w="19430200">
                <a:moveTo>
                  <a:pt x="0" y="0"/>
                </a:moveTo>
                <a:lnTo>
                  <a:pt x="19430200" y="0"/>
                </a:lnTo>
                <a:lnTo>
                  <a:pt x="19430200" y="9715100"/>
                </a:lnTo>
                <a:lnTo>
                  <a:pt x="0" y="971510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Tree>
  </p:cSld>
  <p:clrMapOvr>
    <a:masterClrMapping/>
  </p:clrMapOvr>
</p:sld>
</file>

<file path=ppt/slides/slide2.xml><?xml version="1.0" encoding="utf-8"?>
<p:sld xmlns:p="http://schemas.openxmlformats.org/presentationml/2006/main" xmlns:a="http://schemas.openxmlformats.org/drawingml/2006/main">
  <p:cSld>
    <p:bg>
      <p:bgPr>
        <a:solidFill>
          <a:srgbClr val="000000"/>
        </a:solidFill>
      </p:bgPr>
    </p:bg>
    <p:spTree>
      <p:nvGrpSpPr>
        <p:cNvPr id="1" name=""/>
        <p:cNvGrpSpPr/>
        <p:nvPr/>
      </p:nvGrpSpPr>
      <p:grpSpPr>
        <a:xfrm>
          <a:off x="0" y="0"/>
          <a:ext cx="0" cy="0"/>
          <a:chOff x="0" y="0"/>
          <a:chExt cx="0" cy="0"/>
        </a:xfrm>
      </p:grpSpPr>
      <p:sp>
        <p:nvSpPr>
          <p:cNvPr name="TextBox 2" id="2"/>
          <p:cNvSpPr txBox="true"/>
          <p:nvPr/>
        </p:nvSpPr>
        <p:spPr>
          <a:xfrm rot="0">
            <a:off x="3585147" y="3638396"/>
            <a:ext cx="12646863" cy="3676957"/>
          </a:xfrm>
          <a:prstGeom prst="rect">
            <a:avLst/>
          </a:prstGeom>
        </p:spPr>
        <p:txBody>
          <a:bodyPr anchor="t" rtlCol="false" tIns="0" lIns="0" bIns="0" rIns="0">
            <a:spAutoFit/>
          </a:bodyPr>
          <a:lstStyle/>
          <a:p>
            <a:pPr algn="l">
              <a:lnSpc>
                <a:spcPts val="13588"/>
              </a:lnSpc>
            </a:pPr>
            <a:r>
              <a:rPr lang="en-US" b="true" sz="17201" spc="-2029">
                <a:solidFill>
                  <a:srgbClr val="FFFFFF"/>
                </a:solidFill>
                <a:latin typeface="Inter 2 Bold"/>
                <a:ea typeface="Inter 2 Bold"/>
                <a:cs typeface="Inter 2 Bold"/>
                <a:sym typeface="Inter 2 Bold"/>
              </a:rPr>
              <a:t>TOPIC</a:t>
            </a:r>
          </a:p>
          <a:p>
            <a:pPr algn="l" marL="0" indent="0" lvl="0">
              <a:lnSpc>
                <a:spcPts val="13588"/>
              </a:lnSpc>
              <a:spcBef>
                <a:spcPct val="0"/>
              </a:spcBef>
            </a:pPr>
            <a:r>
              <a:rPr lang="en-US" b="true" sz="17201" spc="-2029">
                <a:solidFill>
                  <a:srgbClr val="FFFFFF"/>
                </a:solidFill>
                <a:latin typeface="Inter 2 Bold"/>
                <a:ea typeface="Inter 2 Bold"/>
                <a:cs typeface="Inter 2 Bold"/>
                <a:sym typeface="Inter 2 Bold"/>
              </a:rPr>
              <a:t>DISCUSSION</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9144000" y="2740405"/>
            <a:ext cx="9144000" cy="1523810"/>
            <a:chOff x="0" y="0"/>
            <a:chExt cx="12192000" cy="2031746"/>
          </a:xfrm>
        </p:grpSpPr>
        <p:sp>
          <p:nvSpPr>
            <p:cNvPr name="AutoShape 3" id="3"/>
            <p:cNvSpPr/>
            <p:nvPr/>
          </p:nvSpPr>
          <p:spPr>
            <a:xfrm>
              <a:off x="0" y="2019046"/>
              <a:ext cx="12192000" cy="0"/>
            </a:xfrm>
            <a:prstGeom prst="line">
              <a:avLst/>
            </a:prstGeom>
            <a:ln cap="flat" w="25400">
              <a:solidFill>
                <a:srgbClr val="FFFEF3"/>
              </a:solidFill>
              <a:prstDash val="solid"/>
              <a:headEnd type="none" len="sm" w="sm"/>
              <a:tailEnd type="none" len="sm" w="sm"/>
            </a:ln>
          </p:spPr>
        </p:sp>
        <p:sp>
          <p:nvSpPr>
            <p:cNvPr name="AutoShape 4" id="4"/>
            <p:cNvSpPr/>
            <p:nvPr/>
          </p:nvSpPr>
          <p:spPr>
            <a:xfrm>
              <a:off x="0" y="12700"/>
              <a:ext cx="12192000" cy="0"/>
            </a:xfrm>
            <a:prstGeom prst="line">
              <a:avLst/>
            </a:prstGeom>
            <a:ln cap="flat" w="25400">
              <a:solidFill>
                <a:srgbClr val="FFFEF3"/>
              </a:solidFill>
              <a:prstDash val="solid"/>
              <a:headEnd type="none" len="sm" w="sm"/>
              <a:tailEnd type="none" len="sm" w="sm"/>
            </a:ln>
          </p:spPr>
        </p:sp>
      </p:grpSp>
      <p:grpSp>
        <p:nvGrpSpPr>
          <p:cNvPr name="Group 5" id="5"/>
          <p:cNvGrpSpPr/>
          <p:nvPr/>
        </p:nvGrpSpPr>
        <p:grpSpPr>
          <a:xfrm rot="0">
            <a:off x="9144000" y="5816650"/>
            <a:ext cx="9441794" cy="1523810"/>
            <a:chOff x="0" y="0"/>
            <a:chExt cx="12589059" cy="2031746"/>
          </a:xfrm>
        </p:grpSpPr>
        <p:sp>
          <p:nvSpPr>
            <p:cNvPr name="AutoShape 6" id="6"/>
            <p:cNvSpPr/>
            <p:nvPr/>
          </p:nvSpPr>
          <p:spPr>
            <a:xfrm>
              <a:off x="0" y="2019046"/>
              <a:ext cx="12589059" cy="0"/>
            </a:xfrm>
            <a:prstGeom prst="line">
              <a:avLst/>
            </a:prstGeom>
            <a:ln cap="flat" w="25400">
              <a:solidFill>
                <a:srgbClr val="FFFEF3"/>
              </a:solidFill>
              <a:prstDash val="solid"/>
              <a:headEnd type="none" len="sm" w="sm"/>
              <a:tailEnd type="none" len="sm" w="sm"/>
            </a:ln>
          </p:spPr>
        </p:sp>
        <p:sp>
          <p:nvSpPr>
            <p:cNvPr name="AutoShape 7" id="7"/>
            <p:cNvSpPr/>
            <p:nvPr/>
          </p:nvSpPr>
          <p:spPr>
            <a:xfrm>
              <a:off x="0" y="12700"/>
              <a:ext cx="12589059" cy="0"/>
            </a:xfrm>
            <a:prstGeom prst="line">
              <a:avLst/>
            </a:prstGeom>
            <a:ln cap="flat" w="25400">
              <a:solidFill>
                <a:srgbClr val="FFFEF3"/>
              </a:solidFill>
              <a:prstDash val="solid"/>
              <a:headEnd type="none" len="sm" w="sm"/>
              <a:tailEnd type="none" len="sm" w="sm"/>
            </a:ln>
          </p:spPr>
        </p:sp>
      </p:grpSp>
      <p:sp>
        <p:nvSpPr>
          <p:cNvPr name="TextBox 8" id="8"/>
          <p:cNvSpPr txBox="true"/>
          <p:nvPr/>
        </p:nvSpPr>
        <p:spPr>
          <a:xfrm rot="0">
            <a:off x="1011453" y="3141905"/>
            <a:ext cx="6323586" cy="2344421"/>
          </a:xfrm>
          <a:prstGeom prst="rect">
            <a:avLst/>
          </a:prstGeom>
        </p:spPr>
        <p:txBody>
          <a:bodyPr anchor="t" rtlCol="false" tIns="0" lIns="0" bIns="0" rIns="0">
            <a:spAutoFit/>
          </a:bodyPr>
          <a:lstStyle/>
          <a:p>
            <a:pPr algn="l">
              <a:lnSpc>
                <a:spcPts val="8690"/>
              </a:lnSpc>
            </a:pPr>
            <a:r>
              <a:rPr lang="en-US" b="true" sz="11000" spc="-1210">
                <a:solidFill>
                  <a:srgbClr val="FFFFFF"/>
                </a:solidFill>
                <a:latin typeface="Inter 2 Bold"/>
                <a:ea typeface="Inter 2 Bold"/>
                <a:cs typeface="Inter 2 Bold"/>
                <a:sym typeface="Inter 2 Bold"/>
              </a:rPr>
              <a:t>TABLE OF </a:t>
            </a:r>
          </a:p>
          <a:p>
            <a:pPr algn="l" marL="0" indent="0" lvl="0">
              <a:lnSpc>
                <a:spcPts val="8690"/>
              </a:lnSpc>
            </a:pPr>
            <a:r>
              <a:rPr lang="en-US" b="true" sz="11000" spc="-1210">
                <a:solidFill>
                  <a:srgbClr val="FFFFFF"/>
                </a:solidFill>
                <a:latin typeface="Inter 2 Bold"/>
                <a:ea typeface="Inter 2 Bold"/>
                <a:cs typeface="Inter 2 Bold"/>
                <a:sym typeface="Inter 2 Bold"/>
              </a:rPr>
              <a:t>CONTENT</a:t>
            </a:r>
          </a:p>
        </p:txBody>
      </p:sp>
      <p:grpSp>
        <p:nvGrpSpPr>
          <p:cNvPr name="Group 9" id="9"/>
          <p:cNvGrpSpPr/>
          <p:nvPr/>
        </p:nvGrpSpPr>
        <p:grpSpPr>
          <a:xfrm rot="0">
            <a:off x="9144000" y="6129486"/>
            <a:ext cx="8156429" cy="896649"/>
            <a:chOff x="0" y="0"/>
            <a:chExt cx="10875238" cy="1195532"/>
          </a:xfrm>
        </p:grpSpPr>
        <p:sp>
          <p:nvSpPr>
            <p:cNvPr name="TextBox 10" id="10"/>
            <p:cNvSpPr txBox="true"/>
            <p:nvPr/>
          </p:nvSpPr>
          <p:spPr>
            <a:xfrm rot="0">
              <a:off x="9144837" y="123825"/>
              <a:ext cx="1730401" cy="991235"/>
            </a:xfrm>
            <a:prstGeom prst="rect">
              <a:avLst/>
            </a:prstGeom>
          </p:spPr>
          <p:txBody>
            <a:bodyPr anchor="t" rtlCol="false" tIns="0" lIns="0" bIns="0" rIns="0">
              <a:spAutoFit/>
            </a:bodyPr>
            <a:lstStyle/>
            <a:p>
              <a:pPr algn="l" marL="0" indent="0" lvl="0">
                <a:lnSpc>
                  <a:spcPts val="5114"/>
                </a:lnSpc>
              </a:pPr>
              <a:r>
                <a:rPr lang="en-US" b="true" sz="5499" spc="-164">
                  <a:solidFill>
                    <a:srgbClr val="FFFFFF"/>
                  </a:solidFill>
                  <a:latin typeface="Inter 2 Bold"/>
                  <a:ea typeface="Inter 2 Bold"/>
                  <a:cs typeface="Inter 2 Bold"/>
                  <a:sym typeface="Inter 2 Bold"/>
                </a:rPr>
                <a:t>04.</a:t>
              </a:r>
            </a:p>
          </p:txBody>
        </p:sp>
        <p:sp>
          <p:nvSpPr>
            <p:cNvPr name="TextBox 11" id="11"/>
            <p:cNvSpPr txBox="true"/>
            <p:nvPr/>
          </p:nvSpPr>
          <p:spPr>
            <a:xfrm rot="0">
              <a:off x="0" y="322660"/>
              <a:ext cx="6625903" cy="872871"/>
            </a:xfrm>
            <a:prstGeom prst="rect">
              <a:avLst/>
            </a:prstGeom>
          </p:spPr>
          <p:txBody>
            <a:bodyPr anchor="t" rtlCol="false" tIns="0" lIns="0" bIns="0" rIns="0">
              <a:spAutoFit/>
            </a:bodyPr>
            <a:lstStyle/>
            <a:p>
              <a:pPr algn="l">
                <a:lnSpc>
                  <a:spcPts val="1674"/>
                </a:lnSpc>
              </a:pPr>
              <a:r>
                <a:rPr lang="en-US" b="true" sz="1800" spc="-54">
                  <a:solidFill>
                    <a:srgbClr val="FFFFFF"/>
                  </a:solidFill>
                  <a:latin typeface="Inter 2 Heavy"/>
                  <a:ea typeface="Inter 2 Heavy"/>
                  <a:cs typeface="Inter 2 Heavy"/>
                  <a:sym typeface="Inter 2 Heavy"/>
                </a:rPr>
                <a:t>PROPOSED SOLUTION </a:t>
              </a:r>
            </a:p>
            <a:p>
              <a:pPr algn="l" marL="0" indent="0" lvl="0">
                <a:lnSpc>
                  <a:spcPts val="1674"/>
                </a:lnSpc>
              </a:pPr>
              <a:r>
                <a:rPr lang="en-US" sz="1800" spc="-54">
                  <a:solidFill>
                    <a:srgbClr val="FFFFFF"/>
                  </a:solidFill>
                  <a:latin typeface="Inter 2"/>
                  <a:ea typeface="Inter 2"/>
                  <a:cs typeface="Inter 2"/>
                  <a:sym typeface="Inter 2"/>
                </a:rPr>
                <a:t>DICTUM ULTRICIES UT SIT AMET NIBH. INTEGER PLACERAT, NUNC AT</a:t>
              </a:r>
            </a:p>
          </p:txBody>
        </p:sp>
      </p:grpSp>
      <p:sp>
        <p:nvSpPr>
          <p:cNvPr name="TextBox 12" id="12"/>
          <p:cNvSpPr txBox="true"/>
          <p:nvPr/>
        </p:nvSpPr>
        <p:spPr>
          <a:xfrm rot="0">
            <a:off x="1011453" y="5239216"/>
            <a:ext cx="5619928" cy="946150"/>
          </a:xfrm>
          <a:prstGeom prst="rect">
            <a:avLst/>
          </a:prstGeom>
        </p:spPr>
        <p:txBody>
          <a:bodyPr anchor="t" rtlCol="false" tIns="0" lIns="0" bIns="0" rIns="0">
            <a:spAutoFit/>
          </a:bodyPr>
          <a:lstStyle/>
          <a:p>
            <a:pPr algn="l" marL="0" indent="0" lvl="0">
              <a:lnSpc>
                <a:spcPts val="7699"/>
              </a:lnSpc>
            </a:pPr>
            <a:r>
              <a:rPr lang="en-US" sz="5499" spc="-489">
                <a:solidFill>
                  <a:srgbClr val="FFFFFF"/>
                </a:solidFill>
                <a:latin typeface="Inter 2"/>
                <a:ea typeface="Inter 2"/>
                <a:cs typeface="Inter 2"/>
                <a:sym typeface="Inter 2"/>
              </a:rPr>
              <a:t>Maecenas quis odio </a:t>
            </a:r>
          </a:p>
        </p:txBody>
      </p:sp>
      <p:grpSp>
        <p:nvGrpSpPr>
          <p:cNvPr name="Group 13" id="13"/>
          <p:cNvGrpSpPr/>
          <p:nvPr/>
        </p:nvGrpSpPr>
        <p:grpSpPr>
          <a:xfrm rot="0">
            <a:off x="9144000" y="1578652"/>
            <a:ext cx="6635306" cy="836295"/>
            <a:chOff x="0" y="0"/>
            <a:chExt cx="8847074" cy="1115060"/>
          </a:xfrm>
        </p:grpSpPr>
        <p:sp>
          <p:nvSpPr>
            <p:cNvPr name="TextBox 14" id="14"/>
            <p:cNvSpPr txBox="true"/>
            <p:nvPr/>
          </p:nvSpPr>
          <p:spPr>
            <a:xfrm rot="0">
              <a:off x="3043541" y="105127"/>
              <a:ext cx="5803533" cy="872871"/>
            </a:xfrm>
            <a:prstGeom prst="rect">
              <a:avLst/>
            </a:prstGeom>
          </p:spPr>
          <p:txBody>
            <a:bodyPr anchor="t" rtlCol="false" tIns="0" lIns="0" bIns="0" rIns="0">
              <a:spAutoFit/>
            </a:bodyPr>
            <a:lstStyle/>
            <a:p>
              <a:pPr algn="l">
                <a:lnSpc>
                  <a:spcPts val="1674"/>
                </a:lnSpc>
              </a:pPr>
              <a:r>
                <a:rPr lang="en-US" b="true" sz="1800" spc="-54">
                  <a:solidFill>
                    <a:srgbClr val="FFFFFF"/>
                  </a:solidFill>
                  <a:latin typeface="Inter 2 Heavy"/>
                  <a:ea typeface="Inter 2 Heavy"/>
                  <a:cs typeface="Inter 2 Heavy"/>
                  <a:sym typeface="Inter 2 Heavy"/>
                </a:rPr>
                <a:t>INTRODUCTION </a:t>
              </a:r>
            </a:p>
            <a:p>
              <a:pPr algn="l" marL="0" indent="0" lvl="0">
                <a:lnSpc>
                  <a:spcPts val="1674"/>
                </a:lnSpc>
              </a:pPr>
              <a:r>
                <a:rPr lang="en-US" sz="1800" spc="-54">
                  <a:solidFill>
                    <a:srgbClr val="FFFFFF"/>
                  </a:solidFill>
                  <a:latin typeface="Inter 2"/>
                  <a:ea typeface="Inter 2"/>
                  <a:cs typeface="Inter 2"/>
                  <a:sym typeface="Inter 2"/>
                </a:rPr>
                <a:t>DICTUM ULTRICIES UT SIT AMET NIBH. INTEGER PLACERAT, NUNC AT</a:t>
              </a:r>
            </a:p>
          </p:txBody>
        </p:sp>
        <p:sp>
          <p:nvSpPr>
            <p:cNvPr name="TextBox 15" id="15"/>
            <p:cNvSpPr txBox="true"/>
            <p:nvPr/>
          </p:nvSpPr>
          <p:spPr>
            <a:xfrm rot="0">
              <a:off x="0" y="123825"/>
              <a:ext cx="3907372" cy="991235"/>
            </a:xfrm>
            <a:prstGeom prst="rect">
              <a:avLst/>
            </a:prstGeom>
          </p:spPr>
          <p:txBody>
            <a:bodyPr anchor="t" rtlCol="false" tIns="0" lIns="0" bIns="0" rIns="0">
              <a:spAutoFit/>
            </a:bodyPr>
            <a:lstStyle/>
            <a:p>
              <a:pPr algn="l" marL="0" indent="0" lvl="0">
                <a:lnSpc>
                  <a:spcPts val="5114"/>
                </a:lnSpc>
              </a:pPr>
              <a:r>
                <a:rPr lang="en-US" b="true" sz="5499" spc="-164">
                  <a:solidFill>
                    <a:srgbClr val="FFFFFF"/>
                  </a:solidFill>
                  <a:latin typeface="Inter 2 Bold"/>
                  <a:ea typeface="Inter 2 Bold"/>
                  <a:cs typeface="Inter 2 Bold"/>
                  <a:sym typeface="Inter 2 Bold"/>
                </a:rPr>
                <a:t>01.</a:t>
              </a:r>
            </a:p>
          </p:txBody>
        </p:sp>
      </p:grpSp>
      <p:grpSp>
        <p:nvGrpSpPr>
          <p:cNvPr name="Group 16" id="16"/>
          <p:cNvGrpSpPr/>
          <p:nvPr/>
        </p:nvGrpSpPr>
        <p:grpSpPr>
          <a:xfrm rot="0">
            <a:off x="9144000" y="3044935"/>
            <a:ext cx="8156429" cy="836295"/>
            <a:chOff x="0" y="0"/>
            <a:chExt cx="10875238" cy="1115060"/>
          </a:xfrm>
        </p:grpSpPr>
        <p:sp>
          <p:nvSpPr>
            <p:cNvPr name="TextBox 17" id="17"/>
            <p:cNvSpPr txBox="true"/>
            <p:nvPr/>
          </p:nvSpPr>
          <p:spPr>
            <a:xfrm rot="0">
              <a:off x="0" y="168275"/>
              <a:ext cx="6263120" cy="946785"/>
            </a:xfrm>
            <a:prstGeom prst="rect">
              <a:avLst/>
            </a:prstGeom>
          </p:spPr>
          <p:txBody>
            <a:bodyPr anchor="t" rtlCol="false" tIns="0" lIns="0" bIns="0" rIns="0">
              <a:spAutoFit/>
            </a:bodyPr>
            <a:lstStyle/>
            <a:p>
              <a:pPr algn="l">
                <a:lnSpc>
                  <a:spcPts val="1800"/>
                </a:lnSpc>
              </a:pPr>
              <a:r>
                <a:rPr lang="en-US" b="true" sz="1800" spc="-54">
                  <a:solidFill>
                    <a:srgbClr val="FFFFFF"/>
                  </a:solidFill>
                  <a:latin typeface="Inter 2 Heavy"/>
                  <a:ea typeface="Inter 2 Heavy"/>
                  <a:cs typeface="Inter 2 Heavy"/>
                  <a:sym typeface="Inter 2 Heavy"/>
                </a:rPr>
                <a:t>PROBLEM STATEMENT</a:t>
              </a:r>
            </a:p>
            <a:p>
              <a:pPr algn="l" marL="0" indent="0" lvl="0">
                <a:lnSpc>
                  <a:spcPts val="1800"/>
                </a:lnSpc>
              </a:pPr>
              <a:r>
                <a:rPr lang="en-US" b="true" sz="1800" spc="-54">
                  <a:solidFill>
                    <a:srgbClr val="FFFFFF"/>
                  </a:solidFill>
                  <a:latin typeface="Inter 2 Heavy"/>
                  <a:ea typeface="Inter 2 Heavy"/>
                  <a:cs typeface="Inter 2 Heavy"/>
                  <a:sym typeface="Inter 2 Heavy"/>
                </a:rPr>
                <a:t> </a:t>
              </a:r>
              <a:r>
                <a:rPr lang="en-US" sz="1800" spc="-54">
                  <a:solidFill>
                    <a:srgbClr val="FFFFFF"/>
                  </a:solidFill>
                  <a:latin typeface="Inter 2"/>
                  <a:ea typeface="Inter 2"/>
                  <a:cs typeface="Inter 2"/>
                  <a:sym typeface="Inter 2"/>
                </a:rPr>
                <a:t>DICTUM ULTRICIES UT SIT AMET NIBH. INTEGER PLACERAT, NUNC AT</a:t>
              </a:r>
            </a:p>
          </p:txBody>
        </p:sp>
        <p:sp>
          <p:nvSpPr>
            <p:cNvPr name="TextBox 18" id="18"/>
            <p:cNvSpPr txBox="true"/>
            <p:nvPr/>
          </p:nvSpPr>
          <p:spPr>
            <a:xfrm rot="0">
              <a:off x="9230287" y="123825"/>
              <a:ext cx="1644951" cy="991235"/>
            </a:xfrm>
            <a:prstGeom prst="rect">
              <a:avLst/>
            </a:prstGeom>
          </p:spPr>
          <p:txBody>
            <a:bodyPr anchor="t" rtlCol="false" tIns="0" lIns="0" bIns="0" rIns="0">
              <a:spAutoFit/>
            </a:bodyPr>
            <a:lstStyle/>
            <a:p>
              <a:pPr algn="l" marL="0" indent="0" lvl="0">
                <a:lnSpc>
                  <a:spcPts val="5114"/>
                </a:lnSpc>
              </a:pPr>
              <a:r>
                <a:rPr lang="en-US" b="true" sz="5499" spc="-164">
                  <a:solidFill>
                    <a:srgbClr val="FFFFFF"/>
                  </a:solidFill>
                  <a:latin typeface="Inter 2 Bold"/>
                  <a:ea typeface="Inter 2 Bold"/>
                  <a:cs typeface="Inter 2 Bold"/>
                  <a:sym typeface="Inter 2 Bold"/>
                </a:rPr>
                <a:t>02.</a:t>
              </a:r>
            </a:p>
          </p:txBody>
        </p:sp>
      </p:grpSp>
      <p:grpSp>
        <p:nvGrpSpPr>
          <p:cNvPr name="Group 19" id="19"/>
          <p:cNvGrpSpPr/>
          <p:nvPr/>
        </p:nvGrpSpPr>
        <p:grpSpPr>
          <a:xfrm rot="0">
            <a:off x="9144000" y="4650032"/>
            <a:ext cx="6858628" cy="840362"/>
            <a:chOff x="0" y="0"/>
            <a:chExt cx="9144837" cy="1120482"/>
          </a:xfrm>
        </p:grpSpPr>
        <p:sp>
          <p:nvSpPr>
            <p:cNvPr name="TextBox 20" id="20"/>
            <p:cNvSpPr txBox="true"/>
            <p:nvPr/>
          </p:nvSpPr>
          <p:spPr>
            <a:xfrm rot="0">
              <a:off x="3043541" y="247611"/>
              <a:ext cx="6101296" cy="872871"/>
            </a:xfrm>
            <a:prstGeom prst="rect">
              <a:avLst/>
            </a:prstGeom>
          </p:spPr>
          <p:txBody>
            <a:bodyPr anchor="t" rtlCol="false" tIns="0" lIns="0" bIns="0" rIns="0">
              <a:spAutoFit/>
            </a:bodyPr>
            <a:lstStyle/>
            <a:p>
              <a:pPr algn="l">
                <a:lnSpc>
                  <a:spcPts val="1674"/>
                </a:lnSpc>
              </a:pPr>
              <a:r>
                <a:rPr lang="en-US" b="true" sz="1800" spc="-54">
                  <a:solidFill>
                    <a:srgbClr val="FFFFFF"/>
                  </a:solidFill>
                  <a:latin typeface="Inter 2 Bold"/>
                  <a:ea typeface="Inter 2 Bold"/>
                  <a:cs typeface="Inter 2 Bold"/>
                  <a:sym typeface="Inter 2 Bold"/>
                </a:rPr>
                <a:t>RESEARCHING FINDING</a:t>
              </a:r>
            </a:p>
            <a:p>
              <a:pPr algn="l" marL="0" indent="0" lvl="0">
                <a:lnSpc>
                  <a:spcPts val="1674"/>
                </a:lnSpc>
              </a:pPr>
              <a:r>
                <a:rPr lang="en-US" sz="1800" spc="-54">
                  <a:solidFill>
                    <a:srgbClr val="FFFFFF"/>
                  </a:solidFill>
                  <a:latin typeface="Inter 2"/>
                  <a:ea typeface="Inter 2"/>
                  <a:cs typeface="Inter 2"/>
                  <a:sym typeface="Inter 2"/>
                </a:rPr>
                <a:t>DICTUM ULTRICIES UT SIT AMET NIBH. INTEGER PLACERAT, NUNC AT</a:t>
              </a:r>
            </a:p>
          </p:txBody>
        </p:sp>
        <p:sp>
          <p:nvSpPr>
            <p:cNvPr name="TextBox 21" id="21"/>
            <p:cNvSpPr txBox="true"/>
            <p:nvPr/>
          </p:nvSpPr>
          <p:spPr>
            <a:xfrm rot="0">
              <a:off x="0" y="123825"/>
              <a:ext cx="2447216" cy="991235"/>
            </a:xfrm>
            <a:prstGeom prst="rect">
              <a:avLst/>
            </a:prstGeom>
          </p:spPr>
          <p:txBody>
            <a:bodyPr anchor="t" rtlCol="false" tIns="0" lIns="0" bIns="0" rIns="0">
              <a:spAutoFit/>
            </a:bodyPr>
            <a:lstStyle/>
            <a:p>
              <a:pPr algn="l" marL="0" indent="0" lvl="0">
                <a:lnSpc>
                  <a:spcPts val="5114"/>
                </a:lnSpc>
              </a:pPr>
              <a:r>
                <a:rPr lang="en-US" b="true" sz="5499" spc="-164">
                  <a:solidFill>
                    <a:srgbClr val="FFFFFF"/>
                  </a:solidFill>
                  <a:latin typeface="Inter 2 Bold"/>
                  <a:ea typeface="Inter 2 Bold"/>
                  <a:cs typeface="Inter 2 Bold"/>
                  <a:sym typeface="Inter 2 Bold"/>
                </a:rPr>
                <a:t>03.</a:t>
              </a:r>
            </a:p>
          </p:txBody>
        </p:sp>
      </p:grpSp>
      <p:grpSp>
        <p:nvGrpSpPr>
          <p:cNvPr name="Group 22" id="22"/>
          <p:cNvGrpSpPr/>
          <p:nvPr/>
        </p:nvGrpSpPr>
        <p:grpSpPr>
          <a:xfrm rot="0">
            <a:off x="9144000" y="7652879"/>
            <a:ext cx="5609444" cy="840362"/>
            <a:chOff x="0" y="0"/>
            <a:chExt cx="7479258" cy="1120482"/>
          </a:xfrm>
        </p:grpSpPr>
        <p:sp>
          <p:nvSpPr>
            <p:cNvPr name="TextBox 23" id="23"/>
            <p:cNvSpPr txBox="true"/>
            <p:nvPr/>
          </p:nvSpPr>
          <p:spPr>
            <a:xfrm rot="0">
              <a:off x="3043541" y="247611"/>
              <a:ext cx="4435717" cy="872871"/>
            </a:xfrm>
            <a:prstGeom prst="rect">
              <a:avLst/>
            </a:prstGeom>
          </p:spPr>
          <p:txBody>
            <a:bodyPr anchor="t" rtlCol="false" tIns="0" lIns="0" bIns="0" rIns="0">
              <a:spAutoFit/>
            </a:bodyPr>
            <a:lstStyle/>
            <a:p>
              <a:pPr algn="l">
                <a:lnSpc>
                  <a:spcPts val="1674"/>
                </a:lnSpc>
              </a:pPr>
              <a:r>
                <a:rPr lang="en-US" b="true" sz="1800" spc="-54">
                  <a:solidFill>
                    <a:srgbClr val="FFFFFF"/>
                  </a:solidFill>
                  <a:latin typeface="Inter 2 Bold"/>
                  <a:ea typeface="Inter 2 Bold"/>
                  <a:cs typeface="Inter 2 Bold"/>
                  <a:sym typeface="Inter 2 Bold"/>
                </a:rPr>
                <a:t>CONCLUSION </a:t>
              </a:r>
            </a:p>
            <a:p>
              <a:pPr algn="l" marL="0" indent="0" lvl="0">
                <a:lnSpc>
                  <a:spcPts val="1674"/>
                </a:lnSpc>
              </a:pPr>
              <a:r>
                <a:rPr lang="en-US" sz="1800" spc="-54">
                  <a:solidFill>
                    <a:srgbClr val="FFFFFF"/>
                  </a:solidFill>
                  <a:latin typeface="Inter 2"/>
                  <a:ea typeface="Inter 2"/>
                  <a:cs typeface="Inter 2"/>
                  <a:sym typeface="Inter 2"/>
                </a:rPr>
                <a:t>DICTUM ULTRICIES UT SIT AME INTEGER PLACERAT, NUNC AT</a:t>
              </a:r>
            </a:p>
          </p:txBody>
        </p:sp>
        <p:sp>
          <p:nvSpPr>
            <p:cNvPr name="TextBox 24" id="24"/>
            <p:cNvSpPr txBox="true"/>
            <p:nvPr/>
          </p:nvSpPr>
          <p:spPr>
            <a:xfrm rot="0">
              <a:off x="0" y="123825"/>
              <a:ext cx="2447216" cy="991235"/>
            </a:xfrm>
            <a:prstGeom prst="rect">
              <a:avLst/>
            </a:prstGeom>
          </p:spPr>
          <p:txBody>
            <a:bodyPr anchor="t" rtlCol="false" tIns="0" lIns="0" bIns="0" rIns="0">
              <a:spAutoFit/>
            </a:bodyPr>
            <a:lstStyle/>
            <a:p>
              <a:pPr algn="l" marL="0" indent="0" lvl="0">
                <a:lnSpc>
                  <a:spcPts val="5114"/>
                </a:lnSpc>
              </a:pPr>
              <a:r>
                <a:rPr lang="en-US" b="true" sz="5499" spc="-164">
                  <a:solidFill>
                    <a:srgbClr val="FFFFFF"/>
                  </a:solidFill>
                  <a:latin typeface="Inter 2 Bold"/>
                  <a:ea typeface="Inter 2 Bold"/>
                  <a:cs typeface="Inter 2 Bold"/>
                  <a:sym typeface="Inter 2 Bold"/>
                </a:rPr>
                <a:t>05.</a:t>
              </a:r>
            </a:p>
          </p:txBody>
        </p:sp>
      </p:grpSp>
      <p:sp>
        <p:nvSpPr>
          <p:cNvPr name="Freeform 25" id="25"/>
          <p:cNvSpPr/>
          <p:nvPr/>
        </p:nvSpPr>
        <p:spPr>
          <a:xfrm flipH="true" flipV="false" rot="-10201650">
            <a:off x="1744089" y="-1233800"/>
            <a:ext cx="2665404" cy="2512270"/>
          </a:xfrm>
          <a:custGeom>
            <a:avLst/>
            <a:gdLst/>
            <a:ahLst/>
            <a:cxnLst/>
            <a:rect r="r" b="b" t="t" l="l"/>
            <a:pathLst>
              <a:path h="2512270" w="2665404">
                <a:moveTo>
                  <a:pt x="2665404" y="0"/>
                </a:moveTo>
                <a:lnTo>
                  <a:pt x="0" y="0"/>
                </a:lnTo>
                <a:lnTo>
                  <a:pt x="0" y="2512270"/>
                </a:lnTo>
                <a:lnTo>
                  <a:pt x="2665404" y="2512270"/>
                </a:lnTo>
                <a:lnTo>
                  <a:pt x="2665404" y="0"/>
                </a:lnTo>
                <a:close/>
              </a:path>
            </a:pathLst>
          </a:custGeom>
          <a:blipFill>
            <a:blip r:embed="rId2"/>
            <a:stretch>
              <a:fillRect l="-47588" t="-23252" r="-47588" b="-23252"/>
            </a:stretch>
          </a:blipFill>
        </p:spPr>
      </p:sp>
      <p:sp>
        <p:nvSpPr>
          <p:cNvPr name="Freeform 26" id="26"/>
          <p:cNvSpPr/>
          <p:nvPr/>
        </p:nvSpPr>
        <p:spPr>
          <a:xfrm flipH="true" flipV="false" rot="0">
            <a:off x="-917717" y="7784856"/>
            <a:ext cx="7500198" cy="5306390"/>
          </a:xfrm>
          <a:custGeom>
            <a:avLst/>
            <a:gdLst/>
            <a:ahLst/>
            <a:cxnLst/>
            <a:rect r="r" b="b" t="t" l="l"/>
            <a:pathLst>
              <a:path h="5306390" w="7500198">
                <a:moveTo>
                  <a:pt x="7500198" y="0"/>
                </a:moveTo>
                <a:lnTo>
                  <a:pt x="0" y="0"/>
                </a:lnTo>
                <a:lnTo>
                  <a:pt x="0" y="5306390"/>
                </a:lnTo>
                <a:lnTo>
                  <a:pt x="7500198" y="5306390"/>
                </a:lnTo>
                <a:lnTo>
                  <a:pt x="7500198" y="0"/>
                </a:lnTo>
                <a:close/>
              </a:path>
            </a:pathLst>
          </a:custGeom>
          <a:blipFill>
            <a:blip r:embed="rId3"/>
            <a:stretch>
              <a:fillRect l="0" t="0" r="0" b="0"/>
            </a:stretch>
          </a:blipFill>
        </p:spPr>
      </p:sp>
      <p:sp>
        <p:nvSpPr>
          <p:cNvPr name="Freeform 27" id="27"/>
          <p:cNvSpPr/>
          <p:nvPr/>
        </p:nvSpPr>
        <p:spPr>
          <a:xfrm flipH="true" flipV="false" rot="0">
            <a:off x="1546693" y="5948458"/>
            <a:ext cx="3639916" cy="5050178"/>
          </a:xfrm>
          <a:custGeom>
            <a:avLst/>
            <a:gdLst/>
            <a:ahLst/>
            <a:cxnLst/>
            <a:rect r="r" b="b" t="t" l="l"/>
            <a:pathLst>
              <a:path h="5050178" w="3639916">
                <a:moveTo>
                  <a:pt x="3639916" y="0"/>
                </a:moveTo>
                <a:lnTo>
                  <a:pt x="0" y="0"/>
                </a:lnTo>
                <a:lnTo>
                  <a:pt x="0" y="5050178"/>
                </a:lnTo>
                <a:lnTo>
                  <a:pt x="3639916" y="5050178"/>
                </a:lnTo>
                <a:lnTo>
                  <a:pt x="3639916" y="0"/>
                </a:lnTo>
                <a:close/>
              </a:path>
            </a:pathLst>
          </a:custGeom>
          <a:blipFill>
            <a:blip r:embed="rId4"/>
            <a:stretch>
              <a:fillRect l="-68631" t="-10493" r="-68631" b="-10493"/>
            </a:stretch>
          </a:blipFill>
        </p:spPr>
      </p:sp>
      <p:sp>
        <p:nvSpPr>
          <p:cNvPr name="Freeform 28" id="28"/>
          <p:cNvSpPr/>
          <p:nvPr/>
        </p:nvSpPr>
        <p:spPr>
          <a:xfrm flipH="false" flipV="false" rot="0">
            <a:off x="14946671" y="7445722"/>
            <a:ext cx="4819042" cy="3698194"/>
          </a:xfrm>
          <a:custGeom>
            <a:avLst/>
            <a:gdLst/>
            <a:ahLst/>
            <a:cxnLst/>
            <a:rect r="r" b="b" t="t" l="l"/>
            <a:pathLst>
              <a:path h="3698194" w="4819042">
                <a:moveTo>
                  <a:pt x="0" y="0"/>
                </a:moveTo>
                <a:lnTo>
                  <a:pt x="4819042" y="0"/>
                </a:lnTo>
                <a:lnTo>
                  <a:pt x="4819042" y="3698194"/>
                </a:lnTo>
                <a:lnTo>
                  <a:pt x="0" y="3698194"/>
                </a:lnTo>
                <a:lnTo>
                  <a:pt x="0" y="0"/>
                </a:lnTo>
                <a:close/>
              </a:path>
            </a:pathLst>
          </a:custGeom>
          <a:blipFill>
            <a:blip r:embed="rId5"/>
            <a:stretch>
              <a:fillRect l="-12819" t="-11381" r="-28201" b="-18629"/>
            </a:stretch>
          </a:blipFill>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1028700" y="8839873"/>
            <a:ext cx="17876113" cy="3403945"/>
            <a:chOff x="0" y="0"/>
            <a:chExt cx="23834817" cy="4538593"/>
          </a:xfrm>
        </p:grpSpPr>
        <p:grpSp>
          <p:nvGrpSpPr>
            <p:cNvPr name="Group 3" id="3"/>
            <p:cNvGrpSpPr/>
            <p:nvPr/>
          </p:nvGrpSpPr>
          <p:grpSpPr>
            <a:xfrm rot="0">
              <a:off x="57819" y="423793"/>
              <a:ext cx="23776998" cy="4114800"/>
              <a:chOff x="0" y="0"/>
              <a:chExt cx="4696691" cy="812800"/>
            </a:xfrm>
          </p:grpSpPr>
          <p:sp>
            <p:nvSpPr>
              <p:cNvPr name="Freeform 4" id="4"/>
              <p:cNvSpPr/>
              <p:nvPr/>
            </p:nvSpPr>
            <p:spPr>
              <a:xfrm flipH="false" flipV="false" rot="0">
                <a:off x="0" y="0"/>
                <a:ext cx="4696691" cy="812800"/>
              </a:xfrm>
              <a:custGeom>
                <a:avLst/>
                <a:gdLst/>
                <a:ahLst/>
                <a:cxnLst/>
                <a:rect r="r" b="b" t="t" l="l"/>
                <a:pathLst>
                  <a:path h="812800" w="4696691">
                    <a:moveTo>
                      <a:pt x="0" y="0"/>
                    </a:moveTo>
                    <a:lnTo>
                      <a:pt x="4696691" y="0"/>
                    </a:lnTo>
                    <a:lnTo>
                      <a:pt x="4696691" y="812800"/>
                    </a:lnTo>
                    <a:lnTo>
                      <a:pt x="0" y="812800"/>
                    </a:lnTo>
                    <a:close/>
                  </a:path>
                </a:pathLst>
              </a:custGeom>
              <a:solidFill>
                <a:srgbClr val="FFFFFF"/>
              </a:solidFill>
            </p:spPr>
          </p:sp>
          <p:sp>
            <p:nvSpPr>
              <p:cNvPr name="TextBox 5" id="5"/>
              <p:cNvSpPr txBox="true"/>
              <p:nvPr/>
            </p:nvSpPr>
            <p:spPr>
              <a:xfrm>
                <a:off x="0" y="47625"/>
                <a:ext cx="4696691" cy="765175"/>
              </a:xfrm>
              <a:prstGeom prst="rect">
                <a:avLst/>
              </a:prstGeom>
            </p:spPr>
            <p:txBody>
              <a:bodyPr anchor="ctr" rtlCol="false" tIns="50800" lIns="50800" bIns="50800" rIns="50800"/>
              <a:lstStyle/>
              <a:p>
                <a:pPr algn="ctr">
                  <a:lnSpc>
                    <a:spcPts val="1674"/>
                  </a:lnSpc>
                </a:pPr>
              </a:p>
            </p:txBody>
          </p:sp>
        </p:grpSp>
        <p:grpSp>
          <p:nvGrpSpPr>
            <p:cNvPr name="Group 6" id="6"/>
            <p:cNvGrpSpPr/>
            <p:nvPr/>
          </p:nvGrpSpPr>
          <p:grpSpPr>
            <a:xfrm rot="0">
              <a:off x="0" y="0"/>
              <a:ext cx="23834817" cy="847587"/>
              <a:chOff x="0" y="0"/>
              <a:chExt cx="4708112" cy="167425"/>
            </a:xfrm>
          </p:grpSpPr>
          <p:sp>
            <p:nvSpPr>
              <p:cNvPr name="Freeform 7" id="7"/>
              <p:cNvSpPr/>
              <p:nvPr/>
            </p:nvSpPr>
            <p:spPr>
              <a:xfrm flipH="false" flipV="false" rot="0">
                <a:off x="0" y="0"/>
                <a:ext cx="4708112" cy="167425"/>
              </a:xfrm>
              <a:custGeom>
                <a:avLst/>
                <a:gdLst/>
                <a:ahLst/>
                <a:cxnLst/>
                <a:rect r="r" b="b" t="t" l="l"/>
                <a:pathLst>
                  <a:path h="167425" w="4708112">
                    <a:moveTo>
                      <a:pt x="2354056" y="0"/>
                    </a:moveTo>
                    <a:cubicBezTo>
                      <a:pt x="1053947" y="0"/>
                      <a:pt x="0" y="37479"/>
                      <a:pt x="0" y="83712"/>
                    </a:cubicBezTo>
                    <a:cubicBezTo>
                      <a:pt x="0" y="129945"/>
                      <a:pt x="1053947" y="167425"/>
                      <a:pt x="2354056" y="167425"/>
                    </a:cubicBezTo>
                    <a:cubicBezTo>
                      <a:pt x="3654165" y="167425"/>
                      <a:pt x="4708112" y="129945"/>
                      <a:pt x="4708112" y="83712"/>
                    </a:cubicBezTo>
                    <a:cubicBezTo>
                      <a:pt x="4708112" y="37479"/>
                      <a:pt x="3654165" y="0"/>
                      <a:pt x="2354056" y="0"/>
                    </a:cubicBezTo>
                    <a:close/>
                  </a:path>
                </a:pathLst>
              </a:custGeom>
              <a:solidFill>
                <a:srgbClr val="CA0013"/>
              </a:solidFill>
            </p:spPr>
          </p:sp>
          <p:sp>
            <p:nvSpPr>
              <p:cNvPr name="TextBox 8" id="8"/>
              <p:cNvSpPr txBox="true"/>
              <p:nvPr/>
            </p:nvSpPr>
            <p:spPr>
              <a:xfrm>
                <a:off x="441385" y="63321"/>
                <a:ext cx="3825341" cy="88407"/>
              </a:xfrm>
              <a:prstGeom prst="rect">
                <a:avLst/>
              </a:prstGeom>
            </p:spPr>
            <p:txBody>
              <a:bodyPr anchor="ctr" rtlCol="false" tIns="50800" lIns="50800" bIns="50800" rIns="50800"/>
              <a:lstStyle/>
              <a:p>
                <a:pPr algn="ctr">
                  <a:lnSpc>
                    <a:spcPts val="1674"/>
                  </a:lnSpc>
                </a:pPr>
              </a:p>
            </p:txBody>
          </p:sp>
        </p:grpSp>
      </p:grpSp>
      <p:grpSp>
        <p:nvGrpSpPr>
          <p:cNvPr name="Group 9" id="9"/>
          <p:cNvGrpSpPr/>
          <p:nvPr/>
        </p:nvGrpSpPr>
        <p:grpSpPr>
          <a:xfrm rot="0">
            <a:off x="10524763" y="5688507"/>
            <a:ext cx="7931544" cy="2958790"/>
            <a:chOff x="0" y="0"/>
            <a:chExt cx="10575393" cy="3945054"/>
          </a:xfrm>
        </p:grpSpPr>
        <p:sp>
          <p:nvSpPr>
            <p:cNvPr name="AutoShape 10" id="10"/>
            <p:cNvSpPr/>
            <p:nvPr/>
          </p:nvSpPr>
          <p:spPr>
            <a:xfrm>
              <a:off x="0" y="3932354"/>
              <a:ext cx="10575393" cy="0"/>
            </a:xfrm>
            <a:prstGeom prst="line">
              <a:avLst/>
            </a:prstGeom>
            <a:ln cap="flat" w="25400">
              <a:solidFill>
                <a:srgbClr val="FFFEF3"/>
              </a:solidFill>
              <a:prstDash val="solid"/>
              <a:headEnd type="none" len="sm" w="sm"/>
              <a:tailEnd type="none" len="sm" w="sm"/>
            </a:ln>
          </p:spPr>
        </p:sp>
        <p:sp>
          <p:nvSpPr>
            <p:cNvPr name="AutoShape 11" id="11"/>
            <p:cNvSpPr/>
            <p:nvPr/>
          </p:nvSpPr>
          <p:spPr>
            <a:xfrm>
              <a:off x="0" y="12700"/>
              <a:ext cx="10575393" cy="0"/>
            </a:xfrm>
            <a:prstGeom prst="line">
              <a:avLst/>
            </a:prstGeom>
            <a:ln cap="flat" w="25400">
              <a:solidFill>
                <a:srgbClr val="FFFEF3"/>
              </a:solidFill>
              <a:prstDash val="solid"/>
              <a:headEnd type="none" len="sm" w="sm"/>
              <a:tailEnd type="none" len="sm" w="sm"/>
            </a:ln>
          </p:spPr>
        </p:sp>
        <p:sp>
          <p:nvSpPr>
            <p:cNvPr name="AutoShape 12" id="12"/>
            <p:cNvSpPr/>
            <p:nvPr/>
          </p:nvSpPr>
          <p:spPr>
            <a:xfrm>
              <a:off x="0" y="1926007"/>
              <a:ext cx="10575393" cy="0"/>
            </a:xfrm>
            <a:prstGeom prst="line">
              <a:avLst/>
            </a:prstGeom>
            <a:ln cap="flat" w="25400">
              <a:solidFill>
                <a:srgbClr val="FFFEF3"/>
              </a:solidFill>
              <a:prstDash val="solid"/>
              <a:headEnd type="none" len="sm" w="sm"/>
              <a:tailEnd type="none" len="sm" w="sm"/>
            </a:ln>
          </p:spPr>
        </p:sp>
      </p:grpSp>
      <p:sp>
        <p:nvSpPr>
          <p:cNvPr name="TextBox 13" id="13"/>
          <p:cNvSpPr txBox="true"/>
          <p:nvPr/>
        </p:nvSpPr>
        <p:spPr>
          <a:xfrm rot="0">
            <a:off x="1028700" y="7899775"/>
            <a:ext cx="5526333" cy="433197"/>
          </a:xfrm>
          <a:prstGeom prst="rect">
            <a:avLst/>
          </a:prstGeom>
        </p:spPr>
        <p:txBody>
          <a:bodyPr anchor="t" rtlCol="false" tIns="0" lIns="0" bIns="0" rIns="0">
            <a:spAutoFit/>
          </a:bodyPr>
          <a:lstStyle/>
          <a:p>
            <a:pPr algn="l" marL="0" indent="0" lvl="0">
              <a:lnSpc>
                <a:spcPts val="1674"/>
              </a:lnSpc>
            </a:pPr>
            <a:r>
              <a:rPr lang="en-US" b="true" sz="1800" spc="-54">
                <a:solidFill>
                  <a:srgbClr val="FFFFFF"/>
                </a:solidFill>
                <a:latin typeface="Inter 2 Bold"/>
                <a:ea typeface="Inter 2 Bold"/>
                <a:cs typeface="Inter 2 Bold"/>
                <a:sym typeface="Inter 2 Bold"/>
              </a:rPr>
              <a:t>INNOVATING SOLUTIONS FOR A CHANGING WORLD</a:t>
            </a:r>
          </a:p>
        </p:txBody>
      </p:sp>
      <p:sp>
        <p:nvSpPr>
          <p:cNvPr name="TextBox 14" id="14"/>
          <p:cNvSpPr txBox="true"/>
          <p:nvPr/>
        </p:nvSpPr>
        <p:spPr>
          <a:xfrm rot="0">
            <a:off x="1028700" y="1903997"/>
            <a:ext cx="7056332" cy="2344421"/>
          </a:xfrm>
          <a:prstGeom prst="rect">
            <a:avLst/>
          </a:prstGeom>
        </p:spPr>
        <p:txBody>
          <a:bodyPr anchor="t" rtlCol="false" tIns="0" lIns="0" bIns="0" rIns="0">
            <a:spAutoFit/>
          </a:bodyPr>
          <a:lstStyle/>
          <a:p>
            <a:pPr algn="l" marL="0" indent="0" lvl="0">
              <a:lnSpc>
                <a:spcPts val="8690"/>
              </a:lnSpc>
            </a:pPr>
            <a:r>
              <a:rPr lang="en-US" b="true" sz="11000" spc="-1298">
                <a:solidFill>
                  <a:srgbClr val="FFFFFF"/>
                </a:solidFill>
                <a:latin typeface="Inter 2 Bold"/>
                <a:ea typeface="Inter 2 Bold"/>
                <a:cs typeface="Inter 2 Bold"/>
                <a:sym typeface="Inter 2 Bold"/>
              </a:rPr>
              <a:t>WHO  WE ARE</a:t>
            </a:r>
          </a:p>
        </p:txBody>
      </p:sp>
      <p:sp>
        <p:nvSpPr>
          <p:cNvPr name="TextBox 15" id="15"/>
          <p:cNvSpPr txBox="true"/>
          <p:nvPr/>
        </p:nvSpPr>
        <p:spPr>
          <a:xfrm rot="0">
            <a:off x="1072064" y="1037222"/>
            <a:ext cx="1471332" cy="712470"/>
          </a:xfrm>
          <a:prstGeom prst="rect">
            <a:avLst/>
          </a:prstGeom>
        </p:spPr>
        <p:txBody>
          <a:bodyPr anchor="t" rtlCol="false" tIns="0" lIns="0" bIns="0" rIns="0">
            <a:spAutoFit/>
          </a:bodyPr>
          <a:lstStyle/>
          <a:p>
            <a:pPr algn="just" marL="0" indent="0" lvl="0">
              <a:lnSpc>
                <a:spcPts val="5114"/>
              </a:lnSpc>
            </a:pPr>
            <a:r>
              <a:rPr lang="en-US" b="true" sz="5499" spc="-164">
                <a:solidFill>
                  <a:srgbClr val="CA0013"/>
                </a:solidFill>
                <a:latin typeface="Inter 2 Bold"/>
                <a:ea typeface="Inter 2 Bold"/>
                <a:cs typeface="Inter 2 Bold"/>
                <a:sym typeface="Inter 2 Bold"/>
              </a:rPr>
              <a:t>(01)</a:t>
            </a:r>
          </a:p>
        </p:txBody>
      </p:sp>
      <p:sp>
        <p:nvSpPr>
          <p:cNvPr name="TextBox 16" id="16"/>
          <p:cNvSpPr txBox="true"/>
          <p:nvPr/>
        </p:nvSpPr>
        <p:spPr>
          <a:xfrm rot="0">
            <a:off x="1028700" y="4660922"/>
            <a:ext cx="5526333" cy="2506980"/>
          </a:xfrm>
          <a:prstGeom prst="rect">
            <a:avLst/>
          </a:prstGeom>
        </p:spPr>
        <p:txBody>
          <a:bodyPr anchor="t" rtlCol="false" tIns="0" lIns="0" bIns="0" rIns="0">
            <a:spAutoFit/>
          </a:bodyPr>
          <a:lstStyle/>
          <a:p>
            <a:pPr algn="just" marL="0" indent="0" lvl="0">
              <a:lnSpc>
                <a:spcPts val="2520"/>
              </a:lnSpc>
            </a:pPr>
            <a:r>
              <a:rPr lang="en-US" b="true" sz="1800" spc="-160">
                <a:solidFill>
                  <a:srgbClr val="FFFFFF"/>
                </a:solidFill>
                <a:latin typeface="Inter 2 Bold"/>
                <a:ea typeface="Inter 2 Bold"/>
                <a:cs typeface="Inter 2 Bold"/>
                <a:sym typeface="Inter 2 Bold"/>
              </a:rPr>
              <a:t>CANARIES</a:t>
            </a:r>
            <a:r>
              <a:rPr lang="en-US" sz="1800" spc="-160">
                <a:solidFill>
                  <a:srgbClr val="FFFFFF"/>
                </a:solidFill>
                <a:latin typeface="Inter 2"/>
                <a:ea typeface="Inter 2"/>
                <a:cs typeface="Inter 2"/>
                <a:sym typeface="Inter 2"/>
              </a:rPr>
              <a:t> was c</a:t>
            </a:r>
            <a:r>
              <a:rPr lang="en-US" sz="1800" spc="-160">
                <a:solidFill>
                  <a:srgbClr val="FFFFFF"/>
                </a:solidFill>
                <a:latin typeface="Inter 2"/>
                <a:ea typeface="Inter 2"/>
                <a:cs typeface="Inter 2"/>
                <a:sym typeface="Inter 2"/>
              </a:rPr>
              <a:t>onceived as a global network linking existing human and animal influenza surveillance systems. Its goal is to use a multisectoral, multi-level One Health approach that integrates programs, policies, legislation, and research. Designed as a think tank, it focuses on unconventional, high-risk, high-impact research that could function as an early warning system for both endemic and emerging infectious diseases, essentially acting as a </a:t>
            </a:r>
            <a:r>
              <a:rPr lang="en-US" b="true" sz="1800" i="true" spc="-160">
                <a:solidFill>
                  <a:srgbClr val="FFFFFF"/>
                </a:solidFill>
                <a:latin typeface="Inter 2 Bold Italics"/>
                <a:ea typeface="Inter 2 Bold Italics"/>
                <a:cs typeface="Inter 2 Bold Italics"/>
                <a:sym typeface="Inter 2 Bold Italics"/>
              </a:rPr>
              <a:t>“canary in a coalmine.”</a:t>
            </a:r>
          </a:p>
        </p:txBody>
      </p:sp>
      <p:sp>
        <p:nvSpPr>
          <p:cNvPr name="TextBox 17" id="17"/>
          <p:cNvSpPr txBox="true"/>
          <p:nvPr/>
        </p:nvSpPr>
        <p:spPr>
          <a:xfrm rot="0">
            <a:off x="10524763" y="6050325"/>
            <a:ext cx="2734749" cy="852297"/>
          </a:xfrm>
          <a:prstGeom prst="rect">
            <a:avLst/>
          </a:prstGeom>
        </p:spPr>
        <p:txBody>
          <a:bodyPr anchor="t" rtlCol="false" tIns="0" lIns="0" bIns="0" rIns="0">
            <a:spAutoFit/>
          </a:bodyPr>
          <a:lstStyle/>
          <a:p>
            <a:pPr algn="l" marL="0" indent="0" lvl="0">
              <a:lnSpc>
                <a:spcPts val="1674"/>
              </a:lnSpc>
            </a:pPr>
            <a:r>
              <a:rPr lang="en-US" b="true" sz="1800" spc="-54">
                <a:solidFill>
                  <a:srgbClr val="FFFFFF"/>
                </a:solidFill>
                <a:latin typeface="Inter 2 Heavy"/>
                <a:ea typeface="Inter 2 Heavy"/>
                <a:cs typeface="Inter 2 Heavy"/>
                <a:sym typeface="Inter 2 Heavy"/>
              </a:rPr>
              <a:t>MISSION: </a:t>
            </a:r>
            <a:r>
              <a:rPr lang="en-US" b="true" sz="1800" spc="-54">
                <a:solidFill>
                  <a:srgbClr val="FFFFFF"/>
                </a:solidFill>
                <a:latin typeface="Inter 2 Semi-Bold"/>
                <a:ea typeface="Inter 2 Semi-Bold"/>
                <a:cs typeface="Inter 2 Semi-Bold"/>
                <a:sym typeface="Inter 2 Semi-Bold"/>
              </a:rPr>
              <a:t>EMPOWERING PROGRESS THROUGH INNOVATION AND INTEGRITY.</a:t>
            </a:r>
          </a:p>
        </p:txBody>
      </p:sp>
      <p:sp>
        <p:nvSpPr>
          <p:cNvPr name="TextBox 18" id="18"/>
          <p:cNvSpPr txBox="true"/>
          <p:nvPr/>
        </p:nvSpPr>
        <p:spPr>
          <a:xfrm rot="0">
            <a:off x="10524763" y="7480807"/>
            <a:ext cx="2513344" cy="852165"/>
          </a:xfrm>
          <a:prstGeom prst="rect">
            <a:avLst/>
          </a:prstGeom>
        </p:spPr>
        <p:txBody>
          <a:bodyPr anchor="t" rtlCol="false" tIns="0" lIns="0" bIns="0" rIns="0">
            <a:spAutoFit/>
          </a:bodyPr>
          <a:lstStyle/>
          <a:p>
            <a:pPr algn="l" marL="0" indent="0" lvl="0">
              <a:lnSpc>
                <a:spcPts val="1674"/>
              </a:lnSpc>
            </a:pPr>
            <a:r>
              <a:rPr lang="en-US" b="true" sz="1800" spc="-54">
                <a:solidFill>
                  <a:srgbClr val="FFFFFF"/>
                </a:solidFill>
                <a:latin typeface="Inter 2 Heavy"/>
                <a:ea typeface="Inter 2 Heavy"/>
                <a:cs typeface="Inter 2 Heavy"/>
                <a:sym typeface="Inter 2 Heavy"/>
              </a:rPr>
              <a:t>VISION: </a:t>
            </a:r>
            <a:r>
              <a:rPr lang="en-US" b="true" sz="1800" spc="-54">
                <a:solidFill>
                  <a:srgbClr val="FFFFFF"/>
                </a:solidFill>
                <a:latin typeface="Inter 2 Semi-Bold"/>
                <a:ea typeface="Inter 2 Semi-Bold"/>
                <a:cs typeface="Inter 2 Semi-Bold"/>
                <a:sym typeface="Inter 2 Semi-Bold"/>
              </a:rPr>
              <a:t>BECOMING A GLOBAL BENCHMARK FOR QUALITY AND SERVICE EXCELLENCE.</a:t>
            </a:r>
          </a:p>
        </p:txBody>
      </p:sp>
      <p:grpSp>
        <p:nvGrpSpPr>
          <p:cNvPr name="Group 19" id="19"/>
          <p:cNvGrpSpPr/>
          <p:nvPr/>
        </p:nvGrpSpPr>
        <p:grpSpPr>
          <a:xfrm rot="0">
            <a:off x="11440571" y="1001005"/>
            <a:ext cx="5818729" cy="3152163"/>
            <a:chOff x="0" y="0"/>
            <a:chExt cx="812800" cy="440316"/>
          </a:xfrm>
        </p:grpSpPr>
        <p:sp>
          <p:nvSpPr>
            <p:cNvPr name="Freeform 20" id="20"/>
            <p:cNvSpPr/>
            <p:nvPr/>
          </p:nvSpPr>
          <p:spPr>
            <a:xfrm flipH="false" flipV="false" rot="0">
              <a:off x="0" y="0"/>
              <a:ext cx="812800" cy="440316"/>
            </a:xfrm>
            <a:custGeom>
              <a:avLst/>
              <a:gdLst/>
              <a:ahLst/>
              <a:cxnLst/>
              <a:rect r="r" b="b" t="t" l="l"/>
              <a:pathLst>
                <a:path h="440316" w="812800">
                  <a:moveTo>
                    <a:pt x="0" y="0"/>
                  </a:moveTo>
                  <a:lnTo>
                    <a:pt x="812800" y="0"/>
                  </a:lnTo>
                  <a:lnTo>
                    <a:pt x="812800" y="440316"/>
                  </a:lnTo>
                  <a:lnTo>
                    <a:pt x="0" y="440316"/>
                  </a:lnTo>
                  <a:close/>
                </a:path>
              </a:pathLst>
            </a:custGeom>
            <a:solidFill>
              <a:srgbClr val="FFFFFF"/>
            </a:solidFill>
          </p:spPr>
        </p:sp>
        <p:sp>
          <p:nvSpPr>
            <p:cNvPr name="TextBox 21" id="21"/>
            <p:cNvSpPr txBox="true"/>
            <p:nvPr/>
          </p:nvSpPr>
          <p:spPr>
            <a:xfrm>
              <a:off x="0" y="47625"/>
              <a:ext cx="812800" cy="392691"/>
            </a:xfrm>
            <a:prstGeom prst="rect">
              <a:avLst/>
            </a:prstGeom>
          </p:spPr>
          <p:txBody>
            <a:bodyPr anchor="ctr" rtlCol="false" tIns="50800" lIns="50800" bIns="50800" rIns="50800"/>
            <a:lstStyle/>
            <a:p>
              <a:pPr algn="ctr">
                <a:lnSpc>
                  <a:spcPts val="1674"/>
                </a:lnSpc>
              </a:pPr>
            </a:p>
          </p:txBody>
        </p:sp>
      </p:grpSp>
      <p:grpSp>
        <p:nvGrpSpPr>
          <p:cNvPr name="Group 22" id="22"/>
          <p:cNvGrpSpPr/>
          <p:nvPr/>
        </p:nvGrpSpPr>
        <p:grpSpPr>
          <a:xfrm rot="0">
            <a:off x="11725665" y="1267615"/>
            <a:ext cx="2344460" cy="2585844"/>
            <a:chOff x="0" y="0"/>
            <a:chExt cx="1911684" cy="2108510"/>
          </a:xfrm>
        </p:grpSpPr>
        <p:sp>
          <p:nvSpPr>
            <p:cNvPr name="Freeform 23" id="23"/>
            <p:cNvSpPr/>
            <p:nvPr/>
          </p:nvSpPr>
          <p:spPr>
            <a:xfrm flipH="false" flipV="false" rot="0">
              <a:off x="0" y="0"/>
              <a:ext cx="1911684" cy="2108510"/>
            </a:xfrm>
            <a:custGeom>
              <a:avLst/>
              <a:gdLst/>
              <a:ahLst/>
              <a:cxnLst/>
              <a:rect r="r" b="b" t="t" l="l"/>
              <a:pathLst>
                <a:path h="2108510" w="1911684">
                  <a:moveTo>
                    <a:pt x="0" y="0"/>
                  </a:moveTo>
                  <a:lnTo>
                    <a:pt x="1911684" y="0"/>
                  </a:lnTo>
                  <a:lnTo>
                    <a:pt x="1911684" y="2108510"/>
                  </a:lnTo>
                  <a:lnTo>
                    <a:pt x="0" y="2108510"/>
                  </a:lnTo>
                  <a:close/>
                </a:path>
              </a:pathLst>
            </a:custGeom>
            <a:blipFill>
              <a:blip r:embed="rId2"/>
              <a:stretch>
                <a:fillRect l="-80337" t="0" r="-70092" b="-51274"/>
              </a:stretch>
            </a:blipFill>
          </p:spPr>
        </p:sp>
      </p:grpSp>
      <p:sp>
        <p:nvSpPr>
          <p:cNvPr name="TextBox 24" id="24"/>
          <p:cNvSpPr txBox="true"/>
          <p:nvPr/>
        </p:nvSpPr>
        <p:spPr>
          <a:xfrm rot="0">
            <a:off x="14349935" y="3386281"/>
            <a:ext cx="2513344" cy="433197"/>
          </a:xfrm>
          <a:prstGeom prst="rect">
            <a:avLst/>
          </a:prstGeom>
        </p:spPr>
        <p:txBody>
          <a:bodyPr anchor="t" rtlCol="false" tIns="0" lIns="0" bIns="0" rIns="0">
            <a:spAutoFit/>
          </a:bodyPr>
          <a:lstStyle/>
          <a:p>
            <a:pPr algn="l" marL="0" indent="0" lvl="0">
              <a:lnSpc>
                <a:spcPts val="1674"/>
              </a:lnSpc>
            </a:pPr>
            <a:r>
              <a:rPr lang="en-US" b="true" sz="1800" spc="-54">
                <a:solidFill>
                  <a:srgbClr val="CA0013"/>
                </a:solidFill>
                <a:latin typeface="Inter 2 Bold"/>
                <a:ea typeface="Inter 2 Bold"/>
                <a:cs typeface="Inter 2 Bold"/>
                <a:sym typeface="Inter 2 Bold"/>
              </a:rPr>
              <a:t>RESEARCHER OF CANARIES</a:t>
            </a:r>
          </a:p>
        </p:txBody>
      </p:sp>
      <p:sp>
        <p:nvSpPr>
          <p:cNvPr name="TextBox 25" id="25"/>
          <p:cNvSpPr txBox="true"/>
          <p:nvPr/>
        </p:nvSpPr>
        <p:spPr>
          <a:xfrm rot="0">
            <a:off x="14349935" y="2423214"/>
            <a:ext cx="1256672" cy="223647"/>
          </a:xfrm>
          <a:prstGeom prst="rect">
            <a:avLst/>
          </a:prstGeom>
        </p:spPr>
        <p:txBody>
          <a:bodyPr anchor="t" rtlCol="false" tIns="0" lIns="0" bIns="0" rIns="0">
            <a:spAutoFit/>
          </a:bodyPr>
          <a:lstStyle/>
          <a:p>
            <a:pPr algn="l" marL="0" indent="0" lvl="0">
              <a:lnSpc>
                <a:spcPts val="1674"/>
              </a:lnSpc>
            </a:pPr>
            <a:r>
              <a:rPr lang="en-US" b="true" sz="1800" spc="-54">
                <a:solidFill>
                  <a:srgbClr val="CA0013"/>
                </a:solidFill>
                <a:latin typeface="Inter 2 Bold"/>
                <a:ea typeface="Inter 2 Bold"/>
                <a:cs typeface="Inter 2 Bold"/>
                <a:sym typeface="Inter 2 Bold"/>
              </a:rPr>
              <a:t>SPEAKER</a:t>
            </a:r>
          </a:p>
        </p:txBody>
      </p:sp>
      <p:sp>
        <p:nvSpPr>
          <p:cNvPr name="TextBox 26" id="26"/>
          <p:cNvSpPr txBox="true"/>
          <p:nvPr/>
        </p:nvSpPr>
        <p:spPr>
          <a:xfrm rot="0">
            <a:off x="14349935" y="1460790"/>
            <a:ext cx="2513344" cy="875919"/>
          </a:xfrm>
          <a:prstGeom prst="rect">
            <a:avLst/>
          </a:prstGeom>
        </p:spPr>
        <p:txBody>
          <a:bodyPr anchor="t" rtlCol="false" tIns="0" lIns="0" bIns="0" rIns="0">
            <a:spAutoFit/>
          </a:bodyPr>
          <a:lstStyle/>
          <a:p>
            <a:pPr algn="l" marL="0" indent="0" lvl="0">
              <a:lnSpc>
                <a:spcPts val="3348"/>
              </a:lnSpc>
            </a:pPr>
            <a:r>
              <a:rPr lang="en-US" b="true" sz="3600" spc="-107">
                <a:solidFill>
                  <a:srgbClr val="CA0013"/>
                </a:solidFill>
                <a:latin typeface="Inter 2 Bold"/>
                <a:ea typeface="Inter 2 Bold"/>
                <a:cs typeface="Inter 2 Bold"/>
                <a:sym typeface="Inter 2 Bold"/>
              </a:rPr>
              <a:t>OLIVIA WILSON</a:t>
            </a:r>
          </a:p>
        </p:txBody>
      </p:sp>
      <p:sp>
        <p:nvSpPr>
          <p:cNvPr name="Freeform 27" id="27"/>
          <p:cNvSpPr/>
          <p:nvPr/>
        </p:nvSpPr>
        <p:spPr>
          <a:xfrm flipH="false" flipV="false" rot="0">
            <a:off x="13696824" y="5449981"/>
            <a:ext cx="6875973" cy="5879945"/>
          </a:xfrm>
          <a:custGeom>
            <a:avLst/>
            <a:gdLst/>
            <a:ahLst/>
            <a:cxnLst/>
            <a:rect r="r" b="b" t="t" l="l"/>
            <a:pathLst>
              <a:path h="5879945" w="6875973">
                <a:moveTo>
                  <a:pt x="0" y="0"/>
                </a:moveTo>
                <a:lnTo>
                  <a:pt x="6875972" y="0"/>
                </a:lnTo>
                <a:lnTo>
                  <a:pt x="6875972" y="5879945"/>
                </a:lnTo>
                <a:lnTo>
                  <a:pt x="0" y="5879945"/>
                </a:lnTo>
                <a:lnTo>
                  <a:pt x="0" y="0"/>
                </a:lnTo>
                <a:close/>
              </a:path>
            </a:pathLst>
          </a:custGeom>
          <a:blipFill>
            <a:blip r:embed="rId3"/>
            <a:stretch>
              <a:fillRect l="-66395" t="-37354" r="-54717" b="-45582"/>
            </a:stretch>
          </a:blipFill>
        </p:spPr>
      </p:sp>
      <p:sp>
        <p:nvSpPr>
          <p:cNvPr name="Freeform 28" id="28"/>
          <p:cNvSpPr/>
          <p:nvPr/>
        </p:nvSpPr>
        <p:spPr>
          <a:xfrm flipH="false" flipV="false" rot="241237">
            <a:off x="4880840" y="7451345"/>
            <a:ext cx="4946407" cy="2766751"/>
          </a:xfrm>
          <a:custGeom>
            <a:avLst/>
            <a:gdLst/>
            <a:ahLst/>
            <a:cxnLst/>
            <a:rect r="r" b="b" t="t" l="l"/>
            <a:pathLst>
              <a:path h="2766751" w="4946407">
                <a:moveTo>
                  <a:pt x="0" y="0"/>
                </a:moveTo>
                <a:lnTo>
                  <a:pt x="4946407" y="0"/>
                </a:lnTo>
                <a:lnTo>
                  <a:pt x="4946407" y="2766751"/>
                </a:lnTo>
                <a:lnTo>
                  <a:pt x="0" y="2766751"/>
                </a:lnTo>
                <a:lnTo>
                  <a:pt x="0" y="0"/>
                </a:lnTo>
                <a:close/>
              </a:path>
            </a:pathLst>
          </a:custGeom>
          <a:blipFill>
            <a:blip r:embed="rId4"/>
            <a:stretch>
              <a:fillRect l="-24523" t="-44262" r="-24523" b="-44262"/>
            </a:stretch>
          </a:blipFill>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618214">
            <a:off x="2583580" y="-2751085"/>
            <a:ext cx="14783170" cy="17188927"/>
          </a:xfrm>
          <a:custGeom>
            <a:avLst/>
            <a:gdLst/>
            <a:ahLst/>
            <a:cxnLst/>
            <a:rect r="r" b="b" t="t" l="l"/>
            <a:pathLst>
              <a:path h="17188927" w="14783170">
                <a:moveTo>
                  <a:pt x="0" y="0"/>
                </a:moveTo>
                <a:lnTo>
                  <a:pt x="14783170" y="0"/>
                </a:lnTo>
                <a:lnTo>
                  <a:pt x="14783170" y="17188926"/>
                </a:lnTo>
                <a:lnTo>
                  <a:pt x="0" y="17188926"/>
                </a:lnTo>
                <a:lnTo>
                  <a:pt x="0" y="0"/>
                </a:lnTo>
                <a:close/>
              </a:path>
            </a:pathLst>
          </a:custGeom>
          <a:blipFill>
            <a:blip r:embed="rId2"/>
            <a:stretch>
              <a:fillRect l="-75280" t="0" r="-66956" b="-6250"/>
            </a:stretch>
          </a:blipFill>
        </p:spPr>
      </p:sp>
      <p:sp>
        <p:nvSpPr>
          <p:cNvPr name="TextBox 3" id="3"/>
          <p:cNvSpPr txBox="true"/>
          <p:nvPr/>
        </p:nvSpPr>
        <p:spPr>
          <a:xfrm rot="0">
            <a:off x="9144000" y="1300434"/>
            <a:ext cx="2885910" cy="875919"/>
          </a:xfrm>
          <a:prstGeom prst="rect">
            <a:avLst/>
          </a:prstGeom>
        </p:spPr>
        <p:txBody>
          <a:bodyPr anchor="t" rtlCol="false" tIns="0" lIns="0" bIns="0" rIns="0">
            <a:spAutoFit/>
          </a:bodyPr>
          <a:lstStyle/>
          <a:p>
            <a:pPr algn="l" marL="0" indent="0" lvl="0">
              <a:lnSpc>
                <a:spcPts val="3348"/>
              </a:lnSpc>
            </a:pPr>
            <a:r>
              <a:rPr lang="en-US" b="true" sz="3600" spc="-107">
                <a:solidFill>
                  <a:srgbClr val="CA0013"/>
                </a:solidFill>
                <a:latin typeface="Inter 2 Bold"/>
                <a:ea typeface="Inter 2 Bold"/>
                <a:cs typeface="Inter 2 Bold"/>
                <a:sym typeface="Inter 2 Bold"/>
              </a:rPr>
              <a:t>NETWORK OBJECTIVES</a:t>
            </a:r>
          </a:p>
        </p:txBody>
      </p:sp>
      <p:grpSp>
        <p:nvGrpSpPr>
          <p:cNvPr name="Group 4" id="4"/>
          <p:cNvGrpSpPr/>
          <p:nvPr/>
        </p:nvGrpSpPr>
        <p:grpSpPr>
          <a:xfrm rot="0">
            <a:off x="1028700" y="3778301"/>
            <a:ext cx="6466658" cy="2138459"/>
            <a:chOff x="0" y="0"/>
            <a:chExt cx="8622211" cy="2851278"/>
          </a:xfrm>
        </p:grpSpPr>
        <p:grpSp>
          <p:nvGrpSpPr>
            <p:cNvPr name="Group 5" id="5"/>
            <p:cNvGrpSpPr/>
            <p:nvPr/>
          </p:nvGrpSpPr>
          <p:grpSpPr>
            <a:xfrm rot="0">
              <a:off x="0" y="0"/>
              <a:ext cx="8622211" cy="2851278"/>
              <a:chOff x="0" y="0"/>
              <a:chExt cx="1703153" cy="563215"/>
            </a:xfrm>
          </p:grpSpPr>
          <p:sp>
            <p:nvSpPr>
              <p:cNvPr name="Freeform 6" id="6"/>
              <p:cNvSpPr/>
              <p:nvPr/>
            </p:nvSpPr>
            <p:spPr>
              <a:xfrm flipH="false" flipV="false" rot="0">
                <a:off x="0" y="0"/>
                <a:ext cx="1703153" cy="563215"/>
              </a:xfrm>
              <a:custGeom>
                <a:avLst/>
                <a:gdLst/>
                <a:ahLst/>
                <a:cxnLst/>
                <a:rect r="r" b="b" t="t" l="l"/>
                <a:pathLst>
                  <a:path h="563215" w="1703153">
                    <a:moveTo>
                      <a:pt x="0" y="0"/>
                    </a:moveTo>
                    <a:lnTo>
                      <a:pt x="1703153" y="0"/>
                    </a:lnTo>
                    <a:lnTo>
                      <a:pt x="1703153" y="563215"/>
                    </a:lnTo>
                    <a:lnTo>
                      <a:pt x="0" y="563215"/>
                    </a:lnTo>
                    <a:close/>
                  </a:path>
                </a:pathLst>
              </a:custGeom>
              <a:solidFill>
                <a:srgbClr val="FFFFFF"/>
              </a:solidFill>
            </p:spPr>
          </p:sp>
          <p:sp>
            <p:nvSpPr>
              <p:cNvPr name="TextBox 7" id="7"/>
              <p:cNvSpPr txBox="true"/>
              <p:nvPr/>
            </p:nvSpPr>
            <p:spPr>
              <a:xfrm>
                <a:off x="0" y="47625"/>
                <a:ext cx="1703153" cy="515590"/>
              </a:xfrm>
              <a:prstGeom prst="rect">
                <a:avLst/>
              </a:prstGeom>
            </p:spPr>
            <p:txBody>
              <a:bodyPr anchor="ctr" rtlCol="false" tIns="50800" lIns="50800" bIns="50800" rIns="50800"/>
              <a:lstStyle/>
              <a:p>
                <a:pPr algn="ctr">
                  <a:lnSpc>
                    <a:spcPts val="1674"/>
                  </a:lnSpc>
                </a:pPr>
              </a:p>
            </p:txBody>
          </p:sp>
        </p:grpSp>
        <p:sp>
          <p:nvSpPr>
            <p:cNvPr name="TextBox 8" id="8"/>
            <p:cNvSpPr txBox="true"/>
            <p:nvPr/>
          </p:nvSpPr>
          <p:spPr>
            <a:xfrm rot="0">
              <a:off x="803897" y="434655"/>
              <a:ext cx="6901345" cy="637667"/>
            </a:xfrm>
            <a:prstGeom prst="rect">
              <a:avLst/>
            </a:prstGeom>
          </p:spPr>
          <p:txBody>
            <a:bodyPr anchor="t" rtlCol="false" tIns="0" lIns="0" bIns="0" rIns="0">
              <a:spAutoFit/>
            </a:bodyPr>
            <a:lstStyle/>
            <a:p>
              <a:pPr algn="l" marL="0" indent="0" lvl="0">
                <a:lnSpc>
                  <a:spcPts val="3348"/>
                </a:lnSpc>
              </a:pPr>
              <a:r>
                <a:rPr lang="en-US" b="true" sz="3600" spc="-107">
                  <a:solidFill>
                    <a:srgbClr val="CA0013"/>
                  </a:solidFill>
                  <a:latin typeface="Inter 2 Bold"/>
                  <a:ea typeface="Inter 2 Bold"/>
                  <a:cs typeface="Inter 2 Bold"/>
                  <a:sym typeface="Inter 2 Bold"/>
                </a:rPr>
                <a:t>SAFETY</a:t>
              </a:r>
            </a:p>
          </p:txBody>
        </p:sp>
        <p:sp>
          <p:nvSpPr>
            <p:cNvPr name="TextBox 9" id="9"/>
            <p:cNvSpPr txBox="true"/>
            <p:nvPr/>
          </p:nvSpPr>
          <p:spPr>
            <a:xfrm rot="0">
              <a:off x="803897" y="1143791"/>
              <a:ext cx="6032973" cy="1234440"/>
            </a:xfrm>
            <a:prstGeom prst="rect">
              <a:avLst/>
            </a:prstGeom>
          </p:spPr>
          <p:txBody>
            <a:bodyPr anchor="t" rtlCol="false" tIns="0" lIns="0" bIns="0" rIns="0">
              <a:spAutoFit/>
            </a:bodyPr>
            <a:lstStyle/>
            <a:p>
              <a:pPr algn="l" marL="0" indent="0" lvl="0">
                <a:lnSpc>
                  <a:spcPts val="2520"/>
                </a:lnSpc>
              </a:pPr>
              <a:r>
                <a:rPr lang="en-US" sz="1800" spc="-160">
                  <a:solidFill>
                    <a:srgbClr val="CA0013"/>
                  </a:solidFill>
                  <a:latin typeface="Inter 2"/>
                  <a:ea typeface="Inter 2"/>
                  <a:cs typeface="Inter 2"/>
                  <a:sym typeface="Inter 2"/>
                </a:rPr>
                <a:t>Make</a:t>
              </a:r>
              <a:r>
                <a:rPr lang="en-US" sz="1800" spc="-160">
                  <a:solidFill>
                    <a:srgbClr val="CA0013"/>
                  </a:solidFill>
                  <a:latin typeface="Inter 2"/>
                  <a:ea typeface="Inter 2"/>
                  <a:cs typeface="Inter 2"/>
                  <a:sym typeface="Inter 2"/>
                </a:rPr>
                <a:t> LAMs safer by characterizing the effects of human behavior, socioeconomic factors, and other externalities on market systems.</a:t>
              </a:r>
            </a:p>
          </p:txBody>
        </p:sp>
      </p:grpSp>
      <p:grpSp>
        <p:nvGrpSpPr>
          <p:cNvPr name="Group 10" id="10"/>
          <p:cNvGrpSpPr/>
          <p:nvPr/>
        </p:nvGrpSpPr>
        <p:grpSpPr>
          <a:xfrm rot="0">
            <a:off x="6517335" y="3508866"/>
            <a:ext cx="2665411" cy="2512276"/>
            <a:chOff x="0" y="0"/>
            <a:chExt cx="3553881" cy="3349702"/>
          </a:xfrm>
        </p:grpSpPr>
        <p:sp>
          <p:nvSpPr>
            <p:cNvPr name="Freeform 11" id="11"/>
            <p:cNvSpPr/>
            <p:nvPr/>
          </p:nvSpPr>
          <p:spPr>
            <a:xfrm flipH="false" flipV="false" rot="0">
              <a:off x="0" y="0"/>
              <a:ext cx="3553881" cy="3349702"/>
            </a:xfrm>
            <a:custGeom>
              <a:avLst/>
              <a:gdLst/>
              <a:ahLst/>
              <a:cxnLst/>
              <a:rect r="r" b="b" t="t" l="l"/>
              <a:pathLst>
                <a:path h="3349702" w="3553881">
                  <a:moveTo>
                    <a:pt x="0" y="0"/>
                  </a:moveTo>
                  <a:lnTo>
                    <a:pt x="3553881" y="0"/>
                  </a:lnTo>
                  <a:lnTo>
                    <a:pt x="3553881" y="3349702"/>
                  </a:lnTo>
                  <a:lnTo>
                    <a:pt x="0" y="3349702"/>
                  </a:lnTo>
                  <a:lnTo>
                    <a:pt x="0" y="0"/>
                  </a:lnTo>
                  <a:close/>
                </a:path>
              </a:pathLst>
            </a:custGeom>
            <a:blipFill>
              <a:blip r:embed="rId3"/>
              <a:stretch>
                <a:fillRect l="-47588" t="-23252" r="-47588" b="-23252"/>
              </a:stretch>
            </a:blipFill>
          </p:spPr>
        </p:sp>
        <p:sp>
          <p:nvSpPr>
            <p:cNvPr name="TextBox 12" id="12"/>
            <p:cNvSpPr txBox="true"/>
            <p:nvPr/>
          </p:nvSpPr>
          <p:spPr>
            <a:xfrm rot="0">
              <a:off x="1110235" y="1400710"/>
              <a:ext cx="1209477" cy="991235"/>
            </a:xfrm>
            <a:prstGeom prst="rect">
              <a:avLst/>
            </a:prstGeom>
          </p:spPr>
          <p:txBody>
            <a:bodyPr anchor="t" rtlCol="false" tIns="0" lIns="0" bIns="0" rIns="0">
              <a:spAutoFit/>
            </a:bodyPr>
            <a:lstStyle/>
            <a:p>
              <a:pPr algn="r" marL="0" indent="0" lvl="0">
                <a:lnSpc>
                  <a:spcPts val="5114"/>
                </a:lnSpc>
              </a:pPr>
              <a:r>
                <a:rPr lang="en-US" b="true" sz="5499" spc="-164">
                  <a:solidFill>
                    <a:srgbClr val="CA0013"/>
                  </a:solidFill>
                  <a:latin typeface="Inter 2 Bold"/>
                  <a:ea typeface="Inter 2 Bold"/>
                  <a:cs typeface="Inter 2 Bold"/>
                  <a:sym typeface="Inter 2 Bold"/>
                </a:rPr>
                <a:t>01</a:t>
              </a:r>
            </a:p>
          </p:txBody>
        </p:sp>
      </p:grpSp>
      <p:grpSp>
        <p:nvGrpSpPr>
          <p:cNvPr name="Group 13" id="13"/>
          <p:cNvGrpSpPr/>
          <p:nvPr/>
        </p:nvGrpSpPr>
        <p:grpSpPr>
          <a:xfrm rot="0">
            <a:off x="1028700" y="6698879"/>
            <a:ext cx="6466658" cy="2138459"/>
            <a:chOff x="0" y="0"/>
            <a:chExt cx="8622211" cy="2851278"/>
          </a:xfrm>
        </p:grpSpPr>
        <p:grpSp>
          <p:nvGrpSpPr>
            <p:cNvPr name="Group 14" id="14"/>
            <p:cNvGrpSpPr/>
            <p:nvPr/>
          </p:nvGrpSpPr>
          <p:grpSpPr>
            <a:xfrm rot="0">
              <a:off x="0" y="0"/>
              <a:ext cx="8622211" cy="2851278"/>
              <a:chOff x="0" y="0"/>
              <a:chExt cx="1703153" cy="563215"/>
            </a:xfrm>
          </p:grpSpPr>
          <p:sp>
            <p:nvSpPr>
              <p:cNvPr name="Freeform 15" id="15"/>
              <p:cNvSpPr/>
              <p:nvPr/>
            </p:nvSpPr>
            <p:spPr>
              <a:xfrm flipH="false" flipV="false" rot="0">
                <a:off x="0" y="0"/>
                <a:ext cx="1703153" cy="563215"/>
              </a:xfrm>
              <a:custGeom>
                <a:avLst/>
                <a:gdLst/>
                <a:ahLst/>
                <a:cxnLst/>
                <a:rect r="r" b="b" t="t" l="l"/>
                <a:pathLst>
                  <a:path h="563215" w="1703153">
                    <a:moveTo>
                      <a:pt x="0" y="0"/>
                    </a:moveTo>
                    <a:lnTo>
                      <a:pt x="1703153" y="0"/>
                    </a:lnTo>
                    <a:lnTo>
                      <a:pt x="1703153" y="563215"/>
                    </a:lnTo>
                    <a:lnTo>
                      <a:pt x="0" y="563215"/>
                    </a:lnTo>
                    <a:close/>
                  </a:path>
                </a:pathLst>
              </a:custGeom>
              <a:solidFill>
                <a:srgbClr val="FFFFFF"/>
              </a:solidFill>
            </p:spPr>
          </p:sp>
          <p:sp>
            <p:nvSpPr>
              <p:cNvPr name="TextBox 16" id="16"/>
              <p:cNvSpPr txBox="true"/>
              <p:nvPr/>
            </p:nvSpPr>
            <p:spPr>
              <a:xfrm>
                <a:off x="0" y="47625"/>
                <a:ext cx="1703153" cy="515590"/>
              </a:xfrm>
              <a:prstGeom prst="rect">
                <a:avLst/>
              </a:prstGeom>
            </p:spPr>
            <p:txBody>
              <a:bodyPr anchor="ctr" rtlCol="false" tIns="50800" lIns="50800" bIns="50800" rIns="50800"/>
              <a:lstStyle/>
              <a:p>
                <a:pPr algn="ctr">
                  <a:lnSpc>
                    <a:spcPts val="1674"/>
                  </a:lnSpc>
                </a:pPr>
              </a:p>
            </p:txBody>
          </p:sp>
        </p:grpSp>
        <p:sp>
          <p:nvSpPr>
            <p:cNvPr name="TextBox 17" id="17"/>
            <p:cNvSpPr txBox="true"/>
            <p:nvPr/>
          </p:nvSpPr>
          <p:spPr>
            <a:xfrm rot="0">
              <a:off x="803897" y="434655"/>
              <a:ext cx="6901345" cy="637667"/>
            </a:xfrm>
            <a:prstGeom prst="rect">
              <a:avLst/>
            </a:prstGeom>
          </p:spPr>
          <p:txBody>
            <a:bodyPr anchor="t" rtlCol="false" tIns="0" lIns="0" bIns="0" rIns="0">
              <a:spAutoFit/>
            </a:bodyPr>
            <a:lstStyle/>
            <a:p>
              <a:pPr algn="l" marL="0" indent="0" lvl="0">
                <a:lnSpc>
                  <a:spcPts val="3348"/>
                </a:lnSpc>
              </a:pPr>
              <a:r>
                <a:rPr lang="en-US" b="true" sz="3600" spc="-107">
                  <a:solidFill>
                    <a:srgbClr val="CA0013"/>
                  </a:solidFill>
                  <a:latin typeface="Inter 2 Bold"/>
                  <a:ea typeface="Inter 2 Bold"/>
                  <a:cs typeface="Inter 2 Bold"/>
                  <a:sym typeface="Inter 2 Bold"/>
                </a:rPr>
                <a:t>COMMITMENT</a:t>
              </a:r>
            </a:p>
          </p:txBody>
        </p:sp>
        <p:sp>
          <p:nvSpPr>
            <p:cNvPr name="TextBox 18" id="18"/>
            <p:cNvSpPr txBox="true"/>
            <p:nvPr/>
          </p:nvSpPr>
          <p:spPr>
            <a:xfrm rot="0">
              <a:off x="803897" y="1143791"/>
              <a:ext cx="6032973" cy="1234440"/>
            </a:xfrm>
            <a:prstGeom prst="rect">
              <a:avLst/>
            </a:prstGeom>
          </p:spPr>
          <p:txBody>
            <a:bodyPr anchor="t" rtlCol="false" tIns="0" lIns="0" bIns="0" rIns="0">
              <a:spAutoFit/>
            </a:bodyPr>
            <a:lstStyle/>
            <a:p>
              <a:pPr algn="l" marL="0" indent="0" lvl="0">
                <a:lnSpc>
                  <a:spcPts val="2520"/>
                </a:lnSpc>
              </a:pPr>
              <a:r>
                <a:rPr lang="en-US" sz="1800" spc="-160">
                  <a:solidFill>
                    <a:srgbClr val="CA0013"/>
                  </a:solidFill>
                  <a:latin typeface="Inter 2"/>
                  <a:ea typeface="Inter 2"/>
                  <a:cs typeface="Inter 2"/>
                  <a:sym typeface="Inter 2"/>
                </a:rPr>
                <a:t>Maint</a:t>
              </a:r>
              <a:r>
                <a:rPr lang="en-US" sz="1800" spc="-160">
                  <a:solidFill>
                    <a:srgbClr val="CA0013"/>
                  </a:solidFill>
                  <a:latin typeface="Inter 2"/>
                  <a:ea typeface="Inter 2"/>
                  <a:cs typeface="Inter 2"/>
                  <a:sym typeface="Inter 2"/>
                </a:rPr>
                <a:t>ain a commitment to adaptive, creative, multidisciplinary, and novel approaches to partnerships, interventions, and research.</a:t>
              </a:r>
            </a:p>
          </p:txBody>
        </p:sp>
      </p:grpSp>
      <p:grpSp>
        <p:nvGrpSpPr>
          <p:cNvPr name="Group 19" id="19"/>
          <p:cNvGrpSpPr/>
          <p:nvPr/>
        </p:nvGrpSpPr>
        <p:grpSpPr>
          <a:xfrm rot="0">
            <a:off x="6153127" y="6434645"/>
            <a:ext cx="2665411" cy="2512276"/>
            <a:chOff x="0" y="0"/>
            <a:chExt cx="3553881" cy="3349702"/>
          </a:xfrm>
        </p:grpSpPr>
        <p:sp>
          <p:nvSpPr>
            <p:cNvPr name="Freeform 20" id="20"/>
            <p:cNvSpPr/>
            <p:nvPr/>
          </p:nvSpPr>
          <p:spPr>
            <a:xfrm flipH="false" flipV="false" rot="0">
              <a:off x="0" y="0"/>
              <a:ext cx="3553881" cy="3349702"/>
            </a:xfrm>
            <a:custGeom>
              <a:avLst/>
              <a:gdLst/>
              <a:ahLst/>
              <a:cxnLst/>
              <a:rect r="r" b="b" t="t" l="l"/>
              <a:pathLst>
                <a:path h="3349702" w="3553881">
                  <a:moveTo>
                    <a:pt x="0" y="0"/>
                  </a:moveTo>
                  <a:lnTo>
                    <a:pt x="3553881" y="0"/>
                  </a:lnTo>
                  <a:lnTo>
                    <a:pt x="3553881" y="3349702"/>
                  </a:lnTo>
                  <a:lnTo>
                    <a:pt x="0" y="3349702"/>
                  </a:lnTo>
                  <a:lnTo>
                    <a:pt x="0" y="0"/>
                  </a:lnTo>
                  <a:close/>
                </a:path>
              </a:pathLst>
            </a:custGeom>
            <a:blipFill>
              <a:blip r:embed="rId3"/>
              <a:stretch>
                <a:fillRect l="-47588" t="-23252" r="-47588" b="-23252"/>
              </a:stretch>
            </a:blipFill>
          </p:spPr>
        </p:sp>
        <p:sp>
          <p:nvSpPr>
            <p:cNvPr name="TextBox 21" id="21"/>
            <p:cNvSpPr txBox="true"/>
            <p:nvPr/>
          </p:nvSpPr>
          <p:spPr>
            <a:xfrm rot="0">
              <a:off x="701511" y="1399974"/>
              <a:ext cx="1922709" cy="991235"/>
            </a:xfrm>
            <a:prstGeom prst="rect">
              <a:avLst/>
            </a:prstGeom>
          </p:spPr>
          <p:txBody>
            <a:bodyPr anchor="t" rtlCol="false" tIns="0" lIns="0" bIns="0" rIns="0">
              <a:spAutoFit/>
            </a:bodyPr>
            <a:lstStyle/>
            <a:p>
              <a:pPr algn="r" marL="0" indent="0" lvl="0">
                <a:lnSpc>
                  <a:spcPts val="5114"/>
                </a:lnSpc>
              </a:pPr>
              <a:r>
                <a:rPr lang="en-US" b="true" sz="5499" spc="-164">
                  <a:solidFill>
                    <a:srgbClr val="CA0013"/>
                  </a:solidFill>
                  <a:latin typeface="Inter 2 Bold"/>
                  <a:ea typeface="Inter 2 Bold"/>
                  <a:cs typeface="Inter 2 Bold"/>
                  <a:sym typeface="Inter 2 Bold"/>
                </a:rPr>
                <a:t>03</a:t>
              </a:r>
            </a:p>
          </p:txBody>
        </p:sp>
      </p:grpSp>
      <p:grpSp>
        <p:nvGrpSpPr>
          <p:cNvPr name="Group 22" id="22"/>
          <p:cNvGrpSpPr/>
          <p:nvPr/>
        </p:nvGrpSpPr>
        <p:grpSpPr>
          <a:xfrm rot="0">
            <a:off x="11325987" y="4569469"/>
            <a:ext cx="5933313" cy="2456591"/>
            <a:chOff x="0" y="0"/>
            <a:chExt cx="7911085" cy="3275454"/>
          </a:xfrm>
        </p:grpSpPr>
        <p:grpSp>
          <p:nvGrpSpPr>
            <p:cNvPr name="Group 23" id="23"/>
            <p:cNvGrpSpPr/>
            <p:nvPr/>
          </p:nvGrpSpPr>
          <p:grpSpPr>
            <a:xfrm rot="0">
              <a:off x="0" y="0"/>
              <a:ext cx="7911085" cy="3275454"/>
              <a:chOff x="0" y="0"/>
              <a:chExt cx="1562683" cy="647003"/>
            </a:xfrm>
          </p:grpSpPr>
          <p:sp>
            <p:nvSpPr>
              <p:cNvPr name="Freeform 24" id="24"/>
              <p:cNvSpPr/>
              <p:nvPr/>
            </p:nvSpPr>
            <p:spPr>
              <a:xfrm flipH="false" flipV="false" rot="0">
                <a:off x="0" y="0"/>
                <a:ext cx="1562683" cy="647003"/>
              </a:xfrm>
              <a:custGeom>
                <a:avLst/>
                <a:gdLst/>
                <a:ahLst/>
                <a:cxnLst/>
                <a:rect r="r" b="b" t="t" l="l"/>
                <a:pathLst>
                  <a:path h="647003" w="1562683">
                    <a:moveTo>
                      <a:pt x="0" y="0"/>
                    </a:moveTo>
                    <a:lnTo>
                      <a:pt x="1562683" y="0"/>
                    </a:lnTo>
                    <a:lnTo>
                      <a:pt x="1562683" y="647003"/>
                    </a:lnTo>
                    <a:lnTo>
                      <a:pt x="0" y="647003"/>
                    </a:lnTo>
                    <a:close/>
                  </a:path>
                </a:pathLst>
              </a:custGeom>
              <a:solidFill>
                <a:srgbClr val="FFFFFF"/>
              </a:solidFill>
            </p:spPr>
          </p:sp>
          <p:sp>
            <p:nvSpPr>
              <p:cNvPr name="TextBox 25" id="25"/>
              <p:cNvSpPr txBox="true"/>
              <p:nvPr/>
            </p:nvSpPr>
            <p:spPr>
              <a:xfrm>
                <a:off x="0" y="47625"/>
                <a:ext cx="1562683" cy="599378"/>
              </a:xfrm>
              <a:prstGeom prst="rect">
                <a:avLst/>
              </a:prstGeom>
            </p:spPr>
            <p:txBody>
              <a:bodyPr anchor="ctr" rtlCol="false" tIns="50800" lIns="50800" bIns="50800" rIns="50800"/>
              <a:lstStyle/>
              <a:p>
                <a:pPr algn="ctr">
                  <a:lnSpc>
                    <a:spcPts val="1674"/>
                  </a:lnSpc>
                </a:pPr>
              </a:p>
            </p:txBody>
          </p:sp>
        </p:grpSp>
        <p:sp>
          <p:nvSpPr>
            <p:cNvPr name="TextBox 26" id="26"/>
            <p:cNvSpPr txBox="true"/>
            <p:nvPr/>
          </p:nvSpPr>
          <p:spPr>
            <a:xfrm rot="0">
              <a:off x="0" y="434655"/>
              <a:ext cx="6901345" cy="637667"/>
            </a:xfrm>
            <a:prstGeom prst="rect">
              <a:avLst/>
            </a:prstGeom>
          </p:spPr>
          <p:txBody>
            <a:bodyPr anchor="t" rtlCol="false" tIns="0" lIns="0" bIns="0" rIns="0">
              <a:spAutoFit/>
            </a:bodyPr>
            <a:lstStyle/>
            <a:p>
              <a:pPr algn="r" marL="0" indent="0" lvl="0">
                <a:lnSpc>
                  <a:spcPts val="3348"/>
                </a:lnSpc>
              </a:pPr>
              <a:r>
                <a:rPr lang="en-US" b="true" sz="3600" spc="-107">
                  <a:solidFill>
                    <a:srgbClr val="CA0013"/>
                  </a:solidFill>
                  <a:latin typeface="Inter 2 Bold"/>
                  <a:ea typeface="Inter 2 Bold"/>
                  <a:cs typeface="Inter 2 Bold"/>
                  <a:sym typeface="Inter 2 Bold"/>
                </a:rPr>
                <a:t>EDUCATION</a:t>
              </a:r>
            </a:p>
          </p:txBody>
        </p:sp>
        <p:sp>
          <p:nvSpPr>
            <p:cNvPr name="TextBox 27" id="27"/>
            <p:cNvSpPr txBox="true"/>
            <p:nvPr/>
          </p:nvSpPr>
          <p:spPr>
            <a:xfrm rot="0">
              <a:off x="1715325" y="1107767"/>
              <a:ext cx="5186021" cy="1653540"/>
            </a:xfrm>
            <a:prstGeom prst="rect">
              <a:avLst/>
            </a:prstGeom>
          </p:spPr>
          <p:txBody>
            <a:bodyPr anchor="t" rtlCol="false" tIns="0" lIns="0" bIns="0" rIns="0">
              <a:spAutoFit/>
            </a:bodyPr>
            <a:lstStyle/>
            <a:p>
              <a:pPr algn="r" marL="0" indent="0" lvl="0">
                <a:lnSpc>
                  <a:spcPts val="2520"/>
                </a:lnSpc>
              </a:pPr>
              <a:r>
                <a:rPr lang="en-US" sz="1800" spc="-160">
                  <a:solidFill>
                    <a:srgbClr val="CA0013"/>
                  </a:solidFill>
                  <a:latin typeface="Inter 2"/>
                  <a:ea typeface="Inter 2"/>
                  <a:cs typeface="Inter 2"/>
                  <a:sym typeface="Inter 2"/>
                </a:rPr>
                <a:t>Better</a:t>
              </a:r>
              <a:r>
                <a:rPr lang="en-US" sz="1800" spc="-160">
                  <a:solidFill>
                    <a:srgbClr val="CA0013"/>
                  </a:solidFill>
                  <a:latin typeface="Inter 2"/>
                  <a:ea typeface="Inter 2"/>
                  <a:cs typeface="Inter 2"/>
                  <a:sym typeface="Inter 2"/>
                </a:rPr>
                <a:t> understand and mitigate health risks to humans and animals associated with LAMs, in cooperation with stakeholders and high-risk populations.</a:t>
              </a:r>
            </a:p>
          </p:txBody>
        </p:sp>
      </p:grpSp>
      <p:grpSp>
        <p:nvGrpSpPr>
          <p:cNvPr name="Group 28" id="28"/>
          <p:cNvGrpSpPr/>
          <p:nvPr/>
        </p:nvGrpSpPr>
        <p:grpSpPr>
          <a:xfrm rot="0">
            <a:off x="9879915" y="4513783"/>
            <a:ext cx="2665411" cy="2512276"/>
            <a:chOff x="0" y="0"/>
            <a:chExt cx="3553881" cy="3349702"/>
          </a:xfrm>
        </p:grpSpPr>
        <p:sp>
          <p:nvSpPr>
            <p:cNvPr name="Freeform 29" id="29"/>
            <p:cNvSpPr/>
            <p:nvPr/>
          </p:nvSpPr>
          <p:spPr>
            <a:xfrm flipH="false" flipV="false" rot="0">
              <a:off x="0" y="0"/>
              <a:ext cx="3553881" cy="3349702"/>
            </a:xfrm>
            <a:custGeom>
              <a:avLst/>
              <a:gdLst/>
              <a:ahLst/>
              <a:cxnLst/>
              <a:rect r="r" b="b" t="t" l="l"/>
              <a:pathLst>
                <a:path h="3349702" w="3553881">
                  <a:moveTo>
                    <a:pt x="0" y="0"/>
                  </a:moveTo>
                  <a:lnTo>
                    <a:pt x="3553881" y="0"/>
                  </a:lnTo>
                  <a:lnTo>
                    <a:pt x="3553881" y="3349702"/>
                  </a:lnTo>
                  <a:lnTo>
                    <a:pt x="0" y="3349702"/>
                  </a:lnTo>
                  <a:lnTo>
                    <a:pt x="0" y="0"/>
                  </a:lnTo>
                  <a:close/>
                </a:path>
              </a:pathLst>
            </a:custGeom>
            <a:blipFill>
              <a:blip r:embed="rId3"/>
              <a:stretch>
                <a:fillRect l="-47588" t="-23252" r="-47588" b="-23252"/>
              </a:stretch>
            </a:blipFill>
          </p:spPr>
        </p:sp>
        <p:sp>
          <p:nvSpPr>
            <p:cNvPr name="TextBox 30" id="30"/>
            <p:cNvSpPr txBox="true"/>
            <p:nvPr/>
          </p:nvSpPr>
          <p:spPr>
            <a:xfrm rot="0">
              <a:off x="621412" y="1339088"/>
              <a:ext cx="1653845" cy="991235"/>
            </a:xfrm>
            <a:prstGeom prst="rect">
              <a:avLst/>
            </a:prstGeom>
          </p:spPr>
          <p:txBody>
            <a:bodyPr anchor="t" rtlCol="false" tIns="0" lIns="0" bIns="0" rIns="0">
              <a:spAutoFit/>
            </a:bodyPr>
            <a:lstStyle/>
            <a:p>
              <a:pPr algn="r" marL="0" indent="0" lvl="0">
                <a:lnSpc>
                  <a:spcPts val="5114"/>
                </a:lnSpc>
              </a:pPr>
              <a:r>
                <a:rPr lang="en-US" b="true" sz="5499" spc="-164">
                  <a:solidFill>
                    <a:srgbClr val="CA0013"/>
                  </a:solidFill>
                  <a:latin typeface="Inter 2 Bold"/>
                  <a:ea typeface="Inter 2 Bold"/>
                  <a:cs typeface="Inter 2 Bold"/>
                  <a:sym typeface="Inter 2 Bold"/>
                </a:rPr>
                <a:t>02</a:t>
              </a:r>
            </a:p>
          </p:txBody>
        </p:sp>
      </p:gr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13109486" y="1028700"/>
            <a:ext cx="4160417" cy="3028376"/>
            <a:chOff x="0" y="0"/>
            <a:chExt cx="1095748" cy="797597"/>
          </a:xfrm>
        </p:grpSpPr>
        <p:sp>
          <p:nvSpPr>
            <p:cNvPr name="Freeform 3" id="3"/>
            <p:cNvSpPr/>
            <p:nvPr/>
          </p:nvSpPr>
          <p:spPr>
            <a:xfrm flipH="false" flipV="false" rot="0">
              <a:off x="0" y="0"/>
              <a:ext cx="1095748" cy="797597"/>
            </a:xfrm>
            <a:custGeom>
              <a:avLst/>
              <a:gdLst/>
              <a:ahLst/>
              <a:cxnLst/>
              <a:rect r="r" b="b" t="t" l="l"/>
              <a:pathLst>
                <a:path h="797597" w="1095748">
                  <a:moveTo>
                    <a:pt x="0" y="0"/>
                  </a:moveTo>
                  <a:lnTo>
                    <a:pt x="1095748" y="0"/>
                  </a:lnTo>
                  <a:lnTo>
                    <a:pt x="1095748" y="797597"/>
                  </a:lnTo>
                  <a:lnTo>
                    <a:pt x="0" y="797597"/>
                  </a:lnTo>
                  <a:close/>
                </a:path>
              </a:pathLst>
            </a:custGeom>
            <a:solidFill>
              <a:srgbClr val="000000">
                <a:alpha val="0"/>
              </a:srgbClr>
            </a:solidFill>
            <a:ln w="28575" cap="sq">
              <a:solidFill>
                <a:srgbClr val="FFFEF3"/>
              </a:solidFill>
              <a:prstDash val="solid"/>
              <a:miter/>
            </a:ln>
          </p:spPr>
        </p:sp>
        <p:sp>
          <p:nvSpPr>
            <p:cNvPr name="TextBox 4" id="4"/>
            <p:cNvSpPr txBox="true"/>
            <p:nvPr/>
          </p:nvSpPr>
          <p:spPr>
            <a:xfrm>
              <a:off x="0" y="47625"/>
              <a:ext cx="1095748" cy="749972"/>
            </a:xfrm>
            <a:prstGeom prst="rect">
              <a:avLst/>
            </a:prstGeom>
          </p:spPr>
          <p:txBody>
            <a:bodyPr anchor="ctr" rtlCol="false" tIns="50800" lIns="50800" bIns="50800" rIns="50800"/>
            <a:lstStyle/>
            <a:p>
              <a:pPr algn="ctr">
                <a:lnSpc>
                  <a:spcPts val="1674"/>
                </a:lnSpc>
              </a:pPr>
            </a:p>
          </p:txBody>
        </p:sp>
      </p:grpSp>
      <p:sp>
        <p:nvSpPr>
          <p:cNvPr name="TextBox 5" id="5"/>
          <p:cNvSpPr txBox="true"/>
          <p:nvPr/>
        </p:nvSpPr>
        <p:spPr>
          <a:xfrm rot="0">
            <a:off x="14779794" y="1269412"/>
            <a:ext cx="1879424" cy="935355"/>
          </a:xfrm>
          <a:prstGeom prst="rect">
            <a:avLst/>
          </a:prstGeom>
        </p:spPr>
        <p:txBody>
          <a:bodyPr anchor="t" rtlCol="false" tIns="0" lIns="0" bIns="0" rIns="0">
            <a:spAutoFit/>
          </a:bodyPr>
          <a:lstStyle/>
          <a:p>
            <a:pPr algn="l" marL="0" indent="0" lvl="0">
              <a:lnSpc>
                <a:spcPts val="2520"/>
              </a:lnSpc>
            </a:pPr>
            <a:r>
              <a:rPr lang="en-US" sz="1800" spc="-160">
                <a:solidFill>
                  <a:srgbClr val="FFFFFF"/>
                </a:solidFill>
                <a:latin typeface="Inter 2"/>
                <a:ea typeface="Inter 2"/>
                <a:cs typeface="Inter 2"/>
                <a:sym typeface="Inter 2"/>
              </a:rPr>
              <a:t>REPRESENTS </a:t>
            </a:r>
            <a:r>
              <a:rPr lang="en-US" b="true" sz="1800" spc="-160">
                <a:solidFill>
                  <a:srgbClr val="FFFFFF"/>
                </a:solidFill>
                <a:latin typeface="Inter 2 Bold"/>
                <a:ea typeface="Inter 2 Bold"/>
                <a:cs typeface="Inter 2 Bold"/>
                <a:sym typeface="Inter 2 Bold"/>
              </a:rPr>
              <a:t>1</a:t>
            </a:r>
            <a:r>
              <a:rPr lang="en-US" sz="1800" spc="-160">
                <a:solidFill>
                  <a:srgbClr val="FFFFFF"/>
                </a:solidFill>
                <a:latin typeface="Inter 2"/>
                <a:ea typeface="Inter 2"/>
                <a:cs typeface="Inter 2"/>
                <a:sym typeface="Inter 2"/>
              </a:rPr>
              <a:t> UNCONTAMINATED CHICKENS </a:t>
            </a:r>
          </a:p>
        </p:txBody>
      </p:sp>
      <p:sp>
        <p:nvSpPr>
          <p:cNvPr name="TextBox 6" id="6"/>
          <p:cNvSpPr txBox="true"/>
          <p:nvPr/>
        </p:nvSpPr>
        <p:spPr>
          <a:xfrm rot="0">
            <a:off x="14779794" y="2559087"/>
            <a:ext cx="2164170" cy="1249680"/>
          </a:xfrm>
          <a:prstGeom prst="rect">
            <a:avLst/>
          </a:prstGeom>
        </p:spPr>
        <p:txBody>
          <a:bodyPr anchor="t" rtlCol="false" tIns="0" lIns="0" bIns="0" rIns="0">
            <a:spAutoFit/>
          </a:bodyPr>
          <a:lstStyle/>
          <a:p>
            <a:pPr algn="l" marL="0" indent="0" lvl="0">
              <a:lnSpc>
                <a:spcPts val="2520"/>
              </a:lnSpc>
            </a:pPr>
            <a:r>
              <a:rPr lang="en-US" sz="1800" spc="-160">
                <a:solidFill>
                  <a:srgbClr val="FFFFFF"/>
                </a:solidFill>
                <a:latin typeface="Inter 2"/>
                <a:ea typeface="Inter 2"/>
                <a:cs typeface="Inter 2"/>
                <a:sym typeface="Inter 2"/>
              </a:rPr>
              <a:t>REPRESENTS </a:t>
            </a:r>
            <a:r>
              <a:rPr lang="en-US" b="true" sz="1800" spc="-160">
                <a:solidFill>
                  <a:srgbClr val="FFFFFF"/>
                </a:solidFill>
                <a:latin typeface="Inter 2 Bold"/>
                <a:ea typeface="Inter 2 Bold"/>
                <a:cs typeface="Inter 2 Bold"/>
                <a:sym typeface="Inter 2 Bold"/>
              </a:rPr>
              <a:t>1</a:t>
            </a:r>
            <a:r>
              <a:rPr lang="en-US" sz="1800" spc="-160">
                <a:solidFill>
                  <a:srgbClr val="FFFFFF"/>
                </a:solidFill>
                <a:latin typeface="Inter 2"/>
                <a:ea typeface="Inter 2"/>
                <a:cs typeface="Inter 2"/>
                <a:sym typeface="Inter 2"/>
              </a:rPr>
              <a:t> CONTAMINATED CHICKENS WITH SALMONELLA </a:t>
            </a:r>
          </a:p>
        </p:txBody>
      </p:sp>
      <p:sp>
        <p:nvSpPr>
          <p:cNvPr name="Freeform 7" id="7"/>
          <p:cNvSpPr/>
          <p:nvPr/>
        </p:nvSpPr>
        <p:spPr>
          <a:xfrm flipH="false" flipV="false" rot="0">
            <a:off x="13429914" y="2631841"/>
            <a:ext cx="1093778" cy="1176926"/>
          </a:xfrm>
          <a:custGeom>
            <a:avLst/>
            <a:gdLst/>
            <a:ahLst/>
            <a:cxnLst/>
            <a:rect r="r" b="b" t="t" l="l"/>
            <a:pathLst>
              <a:path h="1176926" w="1093778">
                <a:moveTo>
                  <a:pt x="0" y="0"/>
                </a:moveTo>
                <a:lnTo>
                  <a:pt x="1093778" y="0"/>
                </a:lnTo>
                <a:lnTo>
                  <a:pt x="1093778" y="1176925"/>
                </a:lnTo>
                <a:lnTo>
                  <a:pt x="0" y="1176925"/>
                </a:lnTo>
                <a:lnTo>
                  <a:pt x="0" y="0"/>
                </a:lnTo>
                <a:close/>
              </a:path>
            </a:pathLst>
          </a:custGeom>
          <a:blipFill>
            <a:blip r:embed="rId2"/>
            <a:stretch>
              <a:fillRect l="-57765" t="-20857" r="-57765" b="-20857"/>
            </a:stretch>
          </a:blipFill>
        </p:spPr>
      </p:sp>
      <p:sp>
        <p:nvSpPr>
          <p:cNvPr name="Freeform 8" id="8"/>
          <p:cNvSpPr/>
          <p:nvPr/>
        </p:nvSpPr>
        <p:spPr>
          <a:xfrm flipH="false" flipV="false" rot="0">
            <a:off x="13357605" y="1092802"/>
            <a:ext cx="983213" cy="1364153"/>
          </a:xfrm>
          <a:custGeom>
            <a:avLst/>
            <a:gdLst/>
            <a:ahLst/>
            <a:cxnLst/>
            <a:rect r="r" b="b" t="t" l="l"/>
            <a:pathLst>
              <a:path h="1364153" w="983213">
                <a:moveTo>
                  <a:pt x="0" y="0"/>
                </a:moveTo>
                <a:lnTo>
                  <a:pt x="983213" y="0"/>
                </a:lnTo>
                <a:lnTo>
                  <a:pt x="983213" y="1364153"/>
                </a:lnTo>
                <a:lnTo>
                  <a:pt x="0" y="1364153"/>
                </a:lnTo>
                <a:lnTo>
                  <a:pt x="0" y="0"/>
                </a:lnTo>
                <a:close/>
              </a:path>
            </a:pathLst>
          </a:custGeom>
          <a:blipFill>
            <a:blip r:embed="rId3"/>
            <a:stretch>
              <a:fillRect l="-68631" t="-10493" r="-68631" b="-10493"/>
            </a:stretch>
          </a:blipFill>
        </p:spPr>
      </p:sp>
      <p:sp>
        <p:nvSpPr>
          <p:cNvPr name="Freeform 9" id="9"/>
          <p:cNvSpPr/>
          <p:nvPr/>
        </p:nvSpPr>
        <p:spPr>
          <a:xfrm flipH="false" flipV="false" rot="0">
            <a:off x="9841523" y="1310949"/>
            <a:ext cx="1879212" cy="2841254"/>
          </a:xfrm>
          <a:custGeom>
            <a:avLst/>
            <a:gdLst/>
            <a:ahLst/>
            <a:cxnLst/>
            <a:rect r="r" b="b" t="t" l="l"/>
            <a:pathLst>
              <a:path h="2841254" w="1879212">
                <a:moveTo>
                  <a:pt x="0" y="0"/>
                </a:moveTo>
                <a:lnTo>
                  <a:pt x="1879212" y="0"/>
                </a:lnTo>
                <a:lnTo>
                  <a:pt x="1879212" y="2841253"/>
                </a:lnTo>
                <a:lnTo>
                  <a:pt x="0" y="2841253"/>
                </a:lnTo>
                <a:lnTo>
                  <a:pt x="0" y="0"/>
                </a:lnTo>
                <a:close/>
              </a:path>
            </a:pathLst>
          </a:custGeom>
          <a:blipFill>
            <a:blip r:embed="rId4"/>
            <a:stretch>
              <a:fillRect l="-99322" t="0" r="-118697" b="-7272"/>
            </a:stretch>
          </a:blipFill>
        </p:spPr>
      </p:sp>
      <p:sp>
        <p:nvSpPr>
          <p:cNvPr name="Freeform 10" id="10"/>
          <p:cNvSpPr/>
          <p:nvPr/>
        </p:nvSpPr>
        <p:spPr>
          <a:xfrm flipH="false" flipV="false" rot="0">
            <a:off x="9034066" y="3214566"/>
            <a:ext cx="796263" cy="1104770"/>
          </a:xfrm>
          <a:custGeom>
            <a:avLst/>
            <a:gdLst/>
            <a:ahLst/>
            <a:cxnLst/>
            <a:rect r="r" b="b" t="t" l="l"/>
            <a:pathLst>
              <a:path h="1104770" w="796263">
                <a:moveTo>
                  <a:pt x="0" y="0"/>
                </a:moveTo>
                <a:lnTo>
                  <a:pt x="796263" y="0"/>
                </a:lnTo>
                <a:lnTo>
                  <a:pt x="796263" y="1104770"/>
                </a:lnTo>
                <a:lnTo>
                  <a:pt x="0" y="1104770"/>
                </a:lnTo>
                <a:lnTo>
                  <a:pt x="0" y="0"/>
                </a:lnTo>
                <a:close/>
              </a:path>
            </a:pathLst>
          </a:custGeom>
          <a:blipFill>
            <a:blip r:embed="rId3"/>
            <a:stretch>
              <a:fillRect l="-68631" t="-10493" r="-68631" b="-10493"/>
            </a:stretch>
          </a:blipFill>
        </p:spPr>
      </p:sp>
      <p:sp>
        <p:nvSpPr>
          <p:cNvPr name="Freeform 11" id="11"/>
          <p:cNvSpPr/>
          <p:nvPr/>
        </p:nvSpPr>
        <p:spPr>
          <a:xfrm flipH="false" flipV="false" rot="0">
            <a:off x="9034066" y="2490465"/>
            <a:ext cx="796263" cy="1104770"/>
          </a:xfrm>
          <a:custGeom>
            <a:avLst/>
            <a:gdLst/>
            <a:ahLst/>
            <a:cxnLst/>
            <a:rect r="r" b="b" t="t" l="l"/>
            <a:pathLst>
              <a:path h="1104770" w="796263">
                <a:moveTo>
                  <a:pt x="0" y="0"/>
                </a:moveTo>
                <a:lnTo>
                  <a:pt x="796263" y="0"/>
                </a:lnTo>
                <a:lnTo>
                  <a:pt x="796263" y="1104769"/>
                </a:lnTo>
                <a:lnTo>
                  <a:pt x="0" y="1104769"/>
                </a:lnTo>
                <a:lnTo>
                  <a:pt x="0" y="0"/>
                </a:lnTo>
                <a:close/>
              </a:path>
            </a:pathLst>
          </a:custGeom>
          <a:blipFill>
            <a:blip r:embed="rId3"/>
            <a:stretch>
              <a:fillRect l="-68631" t="-10493" r="-68631" b="-10493"/>
            </a:stretch>
          </a:blipFill>
        </p:spPr>
      </p:sp>
      <p:sp>
        <p:nvSpPr>
          <p:cNvPr name="Freeform 12" id="12"/>
          <p:cNvSpPr/>
          <p:nvPr/>
        </p:nvSpPr>
        <p:spPr>
          <a:xfrm flipH="false" flipV="false" rot="0">
            <a:off x="8365657" y="2490465"/>
            <a:ext cx="796263" cy="1104770"/>
          </a:xfrm>
          <a:custGeom>
            <a:avLst/>
            <a:gdLst/>
            <a:ahLst/>
            <a:cxnLst/>
            <a:rect r="r" b="b" t="t" l="l"/>
            <a:pathLst>
              <a:path h="1104770" w="796263">
                <a:moveTo>
                  <a:pt x="0" y="0"/>
                </a:moveTo>
                <a:lnTo>
                  <a:pt x="796263" y="0"/>
                </a:lnTo>
                <a:lnTo>
                  <a:pt x="796263" y="1104769"/>
                </a:lnTo>
                <a:lnTo>
                  <a:pt x="0" y="1104769"/>
                </a:lnTo>
                <a:lnTo>
                  <a:pt x="0" y="0"/>
                </a:lnTo>
                <a:close/>
              </a:path>
            </a:pathLst>
          </a:custGeom>
          <a:blipFill>
            <a:blip r:embed="rId3"/>
            <a:stretch>
              <a:fillRect l="-68631" t="-10493" r="-68631" b="-10493"/>
            </a:stretch>
          </a:blipFill>
        </p:spPr>
      </p:sp>
      <p:sp>
        <p:nvSpPr>
          <p:cNvPr name="Freeform 13" id="13"/>
          <p:cNvSpPr/>
          <p:nvPr/>
        </p:nvSpPr>
        <p:spPr>
          <a:xfrm flipH="false" flipV="false" rot="0">
            <a:off x="7699675" y="2490465"/>
            <a:ext cx="796263" cy="1104770"/>
          </a:xfrm>
          <a:custGeom>
            <a:avLst/>
            <a:gdLst/>
            <a:ahLst/>
            <a:cxnLst/>
            <a:rect r="r" b="b" t="t" l="l"/>
            <a:pathLst>
              <a:path h="1104770" w="796263">
                <a:moveTo>
                  <a:pt x="0" y="0"/>
                </a:moveTo>
                <a:lnTo>
                  <a:pt x="796263" y="0"/>
                </a:lnTo>
                <a:lnTo>
                  <a:pt x="796263" y="1104769"/>
                </a:lnTo>
                <a:lnTo>
                  <a:pt x="0" y="1104769"/>
                </a:lnTo>
                <a:lnTo>
                  <a:pt x="0" y="0"/>
                </a:lnTo>
                <a:close/>
              </a:path>
            </a:pathLst>
          </a:custGeom>
          <a:blipFill>
            <a:blip r:embed="rId3"/>
            <a:stretch>
              <a:fillRect l="-68631" t="-10493" r="-68631" b="-10493"/>
            </a:stretch>
          </a:blipFill>
        </p:spPr>
      </p:sp>
      <p:sp>
        <p:nvSpPr>
          <p:cNvPr name="Freeform 14" id="14"/>
          <p:cNvSpPr/>
          <p:nvPr/>
        </p:nvSpPr>
        <p:spPr>
          <a:xfrm flipH="false" flipV="false" rot="0">
            <a:off x="7033193" y="2490465"/>
            <a:ext cx="796263" cy="1104770"/>
          </a:xfrm>
          <a:custGeom>
            <a:avLst/>
            <a:gdLst/>
            <a:ahLst/>
            <a:cxnLst/>
            <a:rect r="r" b="b" t="t" l="l"/>
            <a:pathLst>
              <a:path h="1104770" w="796263">
                <a:moveTo>
                  <a:pt x="0" y="0"/>
                </a:moveTo>
                <a:lnTo>
                  <a:pt x="796263" y="0"/>
                </a:lnTo>
                <a:lnTo>
                  <a:pt x="796263" y="1104769"/>
                </a:lnTo>
                <a:lnTo>
                  <a:pt x="0" y="1104769"/>
                </a:lnTo>
                <a:lnTo>
                  <a:pt x="0" y="0"/>
                </a:lnTo>
                <a:close/>
              </a:path>
            </a:pathLst>
          </a:custGeom>
          <a:blipFill>
            <a:blip r:embed="rId3"/>
            <a:stretch>
              <a:fillRect l="-68631" t="-10493" r="-68631" b="-10493"/>
            </a:stretch>
          </a:blipFill>
        </p:spPr>
      </p:sp>
      <p:sp>
        <p:nvSpPr>
          <p:cNvPr name="Freeform 15" id="15"/>
          <p:cNvSpPr/>
          <p:nvPr/>
        </p:nvSpPr>
        <p:spPr>
          <a:xfrm flipH="false" flipV="false" rot="0">
            <a:off x="6365120" y="2490465"/>
            <a:ext cx="796263" cy="1104770"/>
          </a:xfrm>
          <a:custGeom>
            <a:avLst/>
            <a:gdLst/>
            <a:ahLst/>
            <a:cxnLst/>
            <a:rect r="r" b="b" t="t" l="l"/>
            <a:pathLst>
              <a:path h="1104770" w="796263">
                <a:moveTo>
                  <a:pt x="0" y="0"/>
                </a:moveTo>
                <a:lnTo>
                  <a:pt x="796263" y="0"/>
                </a:lnTo>
                <a:lnTo>
                  <a:pt x="796263" y="1104769"/>
                </a:lnTo>
                <a:lnTo>
                  <a:pt x="0" y="1104769"/>
                </a:lnTo>
                <a:lnTo>
                  <a:pt x="0" y="0"/>
                </a:lnTo>
                <a:close/>
              </a:path>
            </a:pathLst>
          </a:custGeom>
          <a:blipFill>
            <a:blip r:embed="rId3"/>
            <a:stretch>
              <a:fillRect l="-68631" t="-10493" r="-68631" b="-10493"/>
            </a:stretch>
          </a:blipFill>
        </p:spPr>
      </p:sp>
      <p:sp>
        <p:nvSpPr>
          <p:cNvPr name="Freeform 16" id="16"/>
          <p:cNvSpPr/>
          <p:nvPr/>
        </p:nvSpPr>
        <p:spPr>
          <a:xfrm flipH="false" flipV="false" rot="0">
            <a:off x="5697212" y="2490465"/>
            <a:ext cx="796263" cy="1104770"/>
          </a:xfrm>
          <a:custGeom>
            <a:avLst/>
            <a:gdLst/>
            <a:ahLst/>
            <a:cxnLst/>
            <a:rect r="r" b="b" t="t" l="l"/>
            <a:pathLst>
              <a:path h="1104770" w="796263">
                <a:moveTo>
                  <a:pt x="0" y="0"/>
                </a:moveTo>
                <a:lnTo>
                  <a:pt x="796262" y="0"/>
                </a:lnTo>
                <a:lnTo>
                  <a:pt x="796262" y="1104769"/>
                </a:lnTo>
                <a:lnTo>
                  <a:pt x="0" y="1104769"/>
                </a:lnTo>
                <a:lnTo>
                  <a:pt x="0" y="0"/>
                </a:lnTo>
                <a:close/>
              </a:path>
            </a:pathLst>
          </a:custGeom>
          <a:blipFill>
            <a:blip r:embed="rId3"/>
            <a:stretch>
              <a:fillRect l="-68631" t="-10493" r="-68631" b="-10493"/>
            </a:stretch>
          </a:blipFill>
        </p:spPr>
      </p:sp>
      <p:sp>
        <p:nvSpPr>
          <p:cNvPr name="Freeform 17" id="17"/>
          <p:cNvSpPr/>
          <p:nvPr/>
        </p:nvSpPr>
        <p:spPr>
          <a:xfrm flipH="false" flipV="false" rot="0">
            <a:off x="3031283" y="2490465"/>
            <a:ext cx="796263" cy="1104770"/>
          </a:xfrm>
          <a:custGeom>
            <a:avLst/>
            <a:gdLst/>
            <a:ahLst/>
            <a:cxnLst/>
            <a:rect r="r" b="b" t="t" l="l"/>
            <a:pathLst>
              <a:path h="1104770" w="796263">
                <a:moveTo>
                  <a:pt x="0" y="0"/>
                </a:moveTo>
                <a:lnTo>
                  <a:pt x="796263" y="0"/>
                </a:lnTo>
                <a:lnTo>
                  <a:pt x="796263" y="1104769"/>
                </a:lnTo>
                <a:lnTo>
                  <a:pt x="0" y="1104769"/>
                </a:lnTo>
                <a:lnTo>
                  <a:pt x="0" y="0"/>
                </a:lnTo>
                <a:close/>
              </a:path>
            </a:pathLst>
          </a:custGeom>
          <a:blipFill>
            <a:blip r:embed="rId3"/>
            <a:stretch>
              <a:fillRect l="-68631" t="-10493" r="-68631" b="-10493"/>
            </a:stretch>
          </a:blipFill>
        </p:spPr>
      </p:sp>
      <p:sp>
        <p:nvSpPr>
          <p:cNvPr name="Freeform 18" id="18"/>
          <p:cNvSpPr/>
          <p:nvPr/>
        </p:nvSpPr>
        <p:spPr>
          <a:xfrm flipH="false" flipV="false" rot="0">
            <a:off x="2363374" y="2490465"/>
            <a:ext cx="796263" cy="1104770"/>
          </a:xfrm>
          <a:custGeom>
            <a:avLst/>
            <a:gdLst/>
            <a:ahLst/>
            <a:cxnLst/>
            <a:rect r="r" b="b" t="t" l="l"/>
            <a:pathLst>
              <a:path h="1104770" w="796263">
                <a:moveTo>
                  <a:pt x="0" y="0"/>
                </a:moveTo>
                <a:lnTo>
                  <a:pt x="796263" y="0"/>
                </a:lnTo>
                <a:lnTo>
                  <a:pt x="796263" y="1104769"/>
                </a:lnTo>
                <a:lnTo>
                  <a:pt x="0" y="1104769"/>
                </a:lnTo>
                <a:lnTo>
                  <a:pt x="0" y="0"/>
                </a:lnTo>
                <a:close/>
              </a:path>
            </a:pathLst>
          </a:custGeom>
          <a:blipFill>
            <a:blip r:embed="rId3"/>
            <a:stretch>
              <a:fillRect l="-68631" t="-10493" r="-68631" b="-10493"/>
            </a:stretch>
          </a:blipFill>
        </p:spPr>
      </p:sp>
      <p:sp>
        <p:nvSpPr>
          <p:cNvPr name="Freeform 19" id="19"/>
          <p:cNvSpPr/>
          <p:nvPr/>
        </p:nvSpPr>
        <p:spPr>
          <a:xfrm flipH="false" flipV="false" rot="0">
            <a:off x="1695466" y="2490465"/>
            <a:ext cx="796263" cy="1104770"/>
          </a:xfrm>
          <a:custGeom>
            <a:avLst/>
            <a:gdLst/>
            <a:ahLst/>
            <a:cxnLst/>
            <a:rect r="r" b="b" t="t" l="l"/>
            <a:pathLst>
              <a:path h="1104770" w="796263">
                <a:moveTo>
                  <a:pt x="0" y="0"/>
                </a:moveTo>
                <a:lnTo>
                  <a:pt x="796262" y="0"/>
                </a:lnTo>
                <a:lnTo>
                  <a:pt x="796262" y="1104769"/>
                </a:lnTo>
                <a:lnTo>
                  <a:pt x="0" y="1104769"/>
                </a:lnTo>
                <a:lnTo>
                  <a:pt x="0" y="0"/>
                </a:lnTo>
                <a:close/>
              </a:path>
            </a:pathLst>
          </a:custGeom>
          <a:blipFill>
            <a:blip r:embed="rId3"/>
            <a:stretch>
              <a:fillRect l="-68631" t="-10493" r="-68631" b="-10493"/>
            </a:stretch>
          </a:blipFill>
        </p:spPr>
      </p:sp>
      <p:sp>
        <p:nvSpPr>
          <p:cNvPr name="Freeform 20" id="20"/>
          <p:cNvSpPr/>
          <p:nvPr/>
        </p:nvSpPr>
        <p:spPr>
          <a:xfrm flipH="false" flipV="false" rot="0">
            <a:off x="1028700" y="2490465"/>
            <a:ext cx="796263" cy="1104770"/>
          </a:xfrm>
          <a:custGeom>
            <a:avLst/>
            <a:gdLst/>
            <a:ahLst/>
            <a:cxnLst/>
            <a:rect r="r" b="b" t="t" l="l"/>
            <a:pathLst>
              <a:path h="1104770" w="796263">
                <a:moveTo>
                  <a:pt x="0" y="0"/>
                </a:moveTo>
                <a:lnTo>
                  <a:pt x="796263" y="0"/>
                </a:lnTo>
                <a:lnTo>
                  <a:pt x="796263" y="1104769"/>
                </a:lnTo>
                <a:lnTo>
                  <a:pt x="0" y="1104769"/>
                </a:lnTo>
                <a:lnTo>
                  <a:pt x="0" y="0"/>
                </a:lnTo>
                <a:close/>
              </a:path>
            </a:pathLst>
          </a:custGeom>
          <a:blipFill>
            <a:blip r:embed="rId3"/>
            <a:stretch>
              <a:fillRect l="-68631" t="-10493" r="-68631" b="-10493"/>
            </a:stretch>
          </a:blipFill>
        </p:spPr>
      </p:sp>
      <p:sp>
        <p:nvSpPr>
          <p:cNvPr name="Freeform 21" id="21"/>
          <p:cNvSpPr/>
          <p:nvPr/>
        </p:nvSpPr>
        <p:spPr>
          <a:xfrm flipH="false" flipV="false" rot="0">
            <a:off x="7701102" y="3214566"/>
            <a:ext cx="796263" cy="1104770"/>
          </a:xfrm>
          <a:custGeom>
            <a:avLst/>
            <a:gdLst/>
            <a:ahLst/>
            <a:cxnLst/>
            <a:rect r="r" b="b" t="t" l="l"/>
            <a:pathLst>
              <a:path h="1104770" w="796263">
                <a:moveTo>
                  <a:pt x="0" y="0"/>
                </a:moveTo>
                <a:lnTo>
                  <a:pt x="796263" y="0"/>
                </a:lnTo>
                <a:lnTo>
                  <a:pt x="796263" y="1104770"/>
                </a:lnTo>
                <a:lnTo>
                  <a:pt x="0" y="1104770"/>
                </a:lnTo>
                <a:lnTo>
                  <a:pt x="0" y="0"/>
                </a:lnTo>
                <a:close/>
              </a:path>
            </a:pathLst>
          </a:custGeom>
          <a:blipFill>
            <a:blip r:embed="rId3"/>
            <a:stretch>
              <a:fillRect l="-68631" t="-10493" r="-68631" b="-10493"/>
            </a:stretch>
          </a:blipFill>
        </p:spPr>
      </p:sp>
      <p:sp>
        <p:nvSpPr>
          <p:cNvPr name="Freeform 22" id="22"/>
          <p:cNvSpPr/>
          <p:nvPr/>
        </p:nvSpPr>
        <p:spPr>
          <a:xfrm flipH="false" flipV="false" rot="0">
            <a:off x="7033193" y="3214566"/>
            <a:ext cx="796263" cy="1104770"/>
          </a:xfrm>
          <a:custGeom>
            <a:avLst/>
            <a:gdLst/>
            <a:ahLst/>
            <a:cxnLst/>
            <a:rect r="r" b="b" t="t" l="l"/>
            <a:pathLst>
              <a:path h="1104770" w="796263">
                <a:moveTo>
                  <a:pt x="0" y="0"/>
                </a:moveTo>
                <a:lnTo>
                  <a:pt x="796263" y="0"/>
                </a:lnTo>
                <a:lnTo>
                  <a:pt x="796263" y="1104770"/>
                </a:lnTo>
                <a:lnTo>
                  <a:pt x="0" y="1104770"/>
                </a:lnTo>
                <a:lnTo>
                  <a:pt x="0" y="0"/>
                </a:lnTo>
                <a:close/>
              </a:path>
            </a:pathLst>
          </a:custGeom>
          <a:blipFill>
            <a:blip r:embed="rId3"/>
            <a:stretch>
              <a:fillRect l="-68631" t="-10493" r="-68631" b="-10493"/>
            </a:stretch>
          </a:blipFill>
        </p:spPr>
      </p:sp>
      <p:sp>
        <p:nvSpPr>
          <p:cNvPr name="Freeform 23" id="23"/>
          <p:cNvSpPr/>
          <p:nvPr/>
        </p:nvSpPr>
        <p:spPr>
          <a:xfrm flipH="false" flipV="false" rot="0">
            <a:off x="6365120" y="3214566"/>
            <a:ext cx="796263" cy="1104770"/>
          </a:xfrm>
          <a:custGeom>
            <a:avLst/>
            <a:gdLst/>
            <a:ahLst/>
            <a:cxnLst/>
            <a:rect r="r" b="b" t="t" l="l"/>
            <a:pathLst>
              <a:path h="1104770" w="796263">
                <a:moveTo>
                  <a:pt x="0" y="0"/>
                </a:moveTo>
                <a:lnTo>
                  <a:pt x="796263" y="0"/>
                </a:lnTo>
                <a:lnTo>
                  <a:pt x="796263" y="1104770"/>
                </a:lnTo>
                <a:lnTo>
                  <a:pt x="0" y="1104770"/>
                </a:lnTo>
                <a:lnTo>
                  <a:pt x="0" y="0"/>
                </a:lnTo>
                <a:close/>
              </a:path>
            </a:pathLst>
          </a:custGeom>
          <a:blipFill>
            <a:blip r:embed="rId3"/>
            <a:stretch>
              <a:fillRect l="-68631" t="-10493" r="-68631" b="-10493"/>
            </a:stretch>
          </a:blipFill>
        </p:spPr>
      </p:sp>
      <p:sp>
        <p:nvSpPr>
          <p:cNvPr name="Freeform 24" id="24"/>
          <p:cNvSpPr/>
          <p:nvPr/>
        </p:nvSpPr>
        <p:spPr>
          <a:xfrm flipH="false" flipV="false" rot="0">
            <a:off x="3699356" y="3214566"/>
            <a:ext cx="796263" cy="1104770"/>
          </a:xfrm>
          <a:custGeom>
            <a:avLst/>
            <a:gdLst/>
            <a:ahLst/>
            <a:cxnLst/>
            <a:rect r="r" b="b" t="t" l="l"/>
            <a:pathLst>
              <a:path h="1104770" w="796263">
                <a:moveTo>
                  <a:pt x="0" y="0"/>
                </a:moveTo>
                <a:lnTo>
                  <a:pt x="796263" y="0"/>
                </a:lnTo>
                <a:lnTo>
                  <a:pt x="796263" y="1104770"/>
                </a:lnTo>
                <a:lnTo>
                  <a:pt x="0" y="1104770"/>
                </a:lnTo>
                <a:lnTo>
                  <a:pt x="0" y="0"/>
                </a:lnTo>
                <a:close/>
              </a:path>
            </a:pathLst>
          </a:custGeom>
          <a:blipFill>
            <a:blip r:embed="rId3"/>
            <a:stretch>
              <a:fillRect l="-68631" t="-10493" r="-68631" b="-10493"/>
            </a:stretch>
          </a:blipFill>
        </p:spPr>
      </p:sp>
      <p:sp>
        <p:nvSpPr>
          <p:cNvPr name="Freeform 25" id="25"/>
          <p:cNvSpPr/>
          <p:nvPr/>
        </p:nvSpPr>
        <p:spPr>
          <a:xfrm flipH="false" flipV="false" rot="0">
            <a:off x="3031283" y="3214566"/>
            <a:ext cx="796263" cy="1104770"/>
          </a:xfrm>
          <a:custGeom>
            <a:avLst/>
            <a:gdLst/>
            <a:ahLst/>
            <a:cxnLst/>
            <a:rect r="r" b="b" t="t" l="l"/>
            <a:pathLst>
              <a:path h="1104770" w="796263">
                <a:moveTo>
                  <a:pt x="0" y="0"/>
                </a:moveTo>
                <a:lnTo>
                  <a:pt x="796263" y="0"/>
                </a:lnTo>
                <a:lnTo>
                  <a:pt x="796263" y="1104770"/>
                </a:lnTo>
                <a:lnTo>
                  <a:pt x="0" y="1104770"/>
                </a:lnTo>
                <a:lnTo>
                  <a:pt x="0" y="0"/>
                </a:lnTo>
                <a:close/>
              </a:path>
            </a:pathLst>
          </a:custGeom>
          <a:blipFill>
            <a:blip r:embed="rId3"/>
            <a:stretch>
              <a:fillRect l="-68631" t="-10493" r="-68631" b="-10493"/>
            </a:stretch>
          </a:blipFill>
        </p:spPr>
      </p:sp>
      <p:sp>
        <p:nvSpPr>
          <p:cNvPr name="Freeform 26" id="26"/>
          <p:cNvSpPr/>
          <p:nvPr/>
        </p:nvSpPr>
        <p:spPr>
          <a:xfrm flipH="false" flipV="false" rot="0">
            <a:off x="2363374" y="3214566"/>
            <a:ext cx="796263" cy="1104770"/>
          </a:xfrm>
          <a:custGeom>
            <a:avLst/>
            <a:gdLst/>
            <a:ahLst/>
            <a:cxnLst/>
            <a:rect r="r" b="b" t="t" l="l"/>
            <a:pathLst>
              <a:path h="1104770" w="796263">
                <a:moveTo>
                  <a:pt x="0" y="0"/>
                </a:moveTo>
                <a:lnTo>
                  <a:pt x="796263" y="0"/>
                </a:lnTo>
                <a:lnTo>
                  <a:pt x="796263" y="1104770"/>
                </a:lnTo>
                <a:lnTo>
                  <a:pt x="0" y="1104770"/>
                </a:lnTo>
                <a:lnTo>
                  <a:pt x="0" y="0"/>
                </a:lnTo>
                <a:close/>
              </a:path>
            </a:pathLst>
          </a:custGeom>
          <a:blipFill>
            <a:blip r:embed="rId3"/>
            <a:stretch>
              <a:fillRect l="-68631" t="-10493" r="-68631" b="-10493"/>
            </a:stretch>
          </a:blipFill>
        </p:spPr>
      </p:sp>
      <p:sp>
        <p:nvSpPr>
          <p:cNvPr name="Freeform 27" id="27"/>
          <p:cNvSpPr/>
          <p:nvPr/>
        </p:nvSpPr>
        <p:spPr>
          <a:xfrm flipH="false" flipV="false" rot="0">
            <a:off x="1695466" y="3214566"/>
            <a:ext cx="796263" cy="1104770"/>
          </a:xfrm>
          <a:custGeom>
            <a:avLst/>
            <a:gdLst/>
            <a:ahLst/>
            <a:cxnLst/>
            <a:rect r="r" b="b" t="t" l="l"/>
            <a:pathLst>
              <a:path h="1104770" w="796263">
                <a:moveTo>
                  <a:pt x="0" y="0"/>
                </a:moveTo>
                <a:lnTo>
                  <a:pt x="796262" y="0"/>
                </a:lnTo>
                <a:lnTo>
                  <a:pt x="796262" y="1104770"/>
                </a:lnTo>
                <a:lnTo>
                  <a:pt x="0" y="1104770"/>
                </a:lnTo>
                <a:lnTo>
                  <a:pt x="0" y="0"/>
                </a:lnTo>
                <a:close/>
              </a:path>
            </a:pathLst>
          </a:custGeom>
          <a:blipFill>
            <a:blip r:embed="rId3"/>
            <a:stretch>
              <a:fillRect l="-68631" t="-10493" r="-68631" b="-10493"/>
            </a:stretch>
          </a:blipFill>
        </p:spPr>
      </p:sp>
      <p:sp>
        <p:nvSpPr>
          <p:cNvPr name="Freeform 28" id="28"/>
          <p:cNvSpPr/>
          <p:nvPr/>
        </p:nvSpPr>
        <p:spPr>
          <a:xfrm flipH="false" flipV="false" rot="0">
            <a:off x="8365657" y="3214566"/>
            <a:ext cx="796263" cy="1104770"/>
          </a:xfrm>
          <a:custGeom>
            <a:avLst/>
            <a:gdLst/>
            <a:ahLst/>
            <a:cxnLst/>
            <a:rect r="r" b="b" t="t" l="l"/>
            <a:pathLst>
              <a:path h="1104770" w="796263">
                <a:moveTo>
                  <a:pt x="0" y="0"/>
                </a:moveTo>
                <a:lnTo>
                  <a:pt x="796263" y="0"/>
                </a:lnTo>
                <a:lnTo>
                  <a:pt x="796263" y="1104770"/>
                </a:lnTo>
                <a:lnTo>
                  <a:pt x="0" y="1104770"/>
                </a:lnTo>
                <a:lnTo>
                  <a:pt x="0" y="0"/>
                </a:lnTo>
                <a:close/>
              </a:path>
            </a:pathLst>
          </a:custGeom>
          <a:blipFill>
            <a:blip r:embed="rId3"/>
            <a:stretch>
              <a:fillRect l="-68631" t="-10493" r="-68631" b="-10493"/>
            </a:stretch>
          </a:blipFill>
        </p:spPr>
      </p:sp>
      <p:sp>
        <p:nvSpPr>
          <p:cNvPr name="Freeform 29" id="29"/>
          <p:cNvSpPr/>
          <p:nvPr/>
        </p:nvSpPr>
        <p:spPr>
          <a:xfrm flipH="false" flipV="false" rot="0">
            <a:off x="1028700" y="1691061"/>
            <a:ext cx="796263" cy="1104770"/>
          </a:xfrm>
          <a:custGeom>
            <a:avLst/>
            <a:gdLst/>
            <a:ahLst/>
            <a:cxnLst/>
            <a:rect r="r" b="b" t="t" l="l"/>
            <a:pathLst>
              <a:path h="1104770" w="796263">
                <a:moveTo>
                  <a:pt x="0" y="0"/>
                </a:moveTo>
                <a:lnTo>
                  <a:pt x="796263" y="0"/>
                </a:lnTo>
                <a:lnTo>
                  <a:pt x="796263" y="1104770"/>
                </a:lnTo>
                <a:lnTo>
                  <a:pt x="0" y="1104770"/>
                </a:lnTo>
                <a:lnTo>
                  <a:pt x="0" y="0"/>
                </a:lnTo>
                <a:close/>
              </a:path>
            </a:pathLst>
          </a:custGeom>
          <a:blipFill>
            <a:blip r:embed="rId3"/>
            <a:stretch>
              <a:fillRect l="-68631" t="-10493" r="-68631" b="-10493"/>
            </a:stretch>
          </a:blipFill>
        </p:spPr>
      </p:sp>
      <p:sp>
        <p:nvSpPr>
          <p:cNvPr name="Freeform 30" id="30"/>
          <p:cNvSpPr/>
          <p:nvPr/>
        </p:nvSpPr>
        <p:spPr>
          <a:xfrm flipH="false" flipV="false" rot="0">
            <a:off x="1695466" y="1691061"/>
            <a:ext cx="796263" cy="1104770"/>
          </a:xfrm>
          <a:custGeom>
            <a:avLst/>
            <a:gdLst/>
            <a:ahLst/>
            <a:cxnLst/>
            <a:rect r="r" b="b" t="t" l="l"/>
            <a:pathLst>
              <a:path h="1104770" w="796263">
                <a:moveTo>
                  <a:pt x="0" y="0"/>
                </a:moveTo>
                <a:lnTo>
                  <a:pt x="796262" y="0"/>
                </a:lnTo>
                <a:lnTo>
                  <a:pt x="796262" y="1104770"/>
                </a:lnTo>
                <a:lnTo>
                  <a:pt x="0" y="1104770"/>
                </a:lnTo>
                <a:lnTo>
                  <a:pt x="0" y="0"/>
                </a:lnTo>
                <a:close/>
              </a:path>
            </a:pathLst>
          </a:custGeom>
          <a:blipFill>
            <a:blip r:embed="rId3"/>
            <a:stretch>
              <a:fillRect l="-68631" t="-10493" r="-68631" b="-10493"/>
            </a:stretch>
          </a:blipFill>
        </p:spPr>
      </p:sp>
      <p:sp>
        <p:nvSpPr>
          <p:cNvPr name="Freeform 31" id="31"/>
          <p:cNvSpPr/>
          <p:nvPr/>
        </p:nvSpPr>
        <p:spPr>
          <a:xfrm flipH="false" flipV="false" rot="0">
            <a:off x="5703247" y="1691061"/>
            <a:ext cx="796263" cy="1104770"/>
          </a:xfrm>
          <a:custGeom>
            <a:avLst/>
            <a:gdLst/>
            <a:ahLst/>
            <a:cxnLst/>
            <a:rect r="r" b="b" t="t" l="l"/>
            <a:pathLst>
              <a:path h="1104770" w="796263">
                <a:moveTo>
                  <a:pt x="0" y="0"/>
                </a:moveTo>
                <a:lnTo>
                  <a:pt x="796263" y="0"/>
                </a:lnTo>
                <a:lnTo>
                  <a:pt x="796263" y="1104770"/>
                </a:lnTo>
                <a:lnTo>
                  <a:pt x="0" y="1104770"/>
                </a:lnTo>
                <a:lnTo>
                  <a:pt x="0" y="0"/>
                </a:lnTo>
                <a:close/>
              </a:path>
            </a:pathLst>
          </a:custGeom>
          <a:blipFill>
            <a:blip r:embed="rId3"/>
            <a:stretch>
              <a:fillRect l="-68631" t="-10493" r="-68631" b="-10493"/>
            </a:stretch>
          </a:blipFill>
        </p:spPr>
      </p:sp>
      <p:sp>
        <p:nvSpPr>
          <p:cNvPr name="Freeform 32" id="32"/>
          <p:cNvSpPr/>
          <p:nvPr/>
        </p:nvSpPr>
        <p:spPr>
          <a:xfrm flipH="false" flipV="false" rot="0">
            <a:off x="6365120" y="1691061"/>
            <a:ext cx="796263" cy="1104770"/>
          </a:xfrm>
          <a:custGeom>
            <a:avLst/>
            <a:gdLst/>
            <a:ahLst/>
            <a:cxnLst/>
            <a:rect r="r" b="b" t="t" l="l"/>
            <a:pathLst>
              <a:path h="1104770" w="796263">
                <a:moveTo>
                  <a:pt x="0" y="0"/>
                </a:moveTo>
                <a:lnTo>
                  <a:pt x="796263" y="0"/>
                </a:lnTo>
                <a:lnTo>
                  <a:pt x="796263" y="1104770"/>
                </a:lnTo>
                <a:lnTo>
                  <a:pt x="0" y="1104770"/>
                </a:lnTo>
                <a:lnTo>
                  <a:pt x="0" y="0"/>
                </a:lnTo>
                <a:close/>
              </a:path>
            </a:pathLst>
          </a:custGeom>
          <a:blipFill>
            <a:blip r:embed="rId3"/>
            <a:stretch>
              <a:fillRect l="-68631" t="-10493" r="-68631" b="-10493"/>
            </a:stretch>
          </a:blipFill>
        </p:spPr>
      </p:sp>
      <p:sp>
        <p:nvSpPr>
          <p:cNvPr name="Freeform 33" id="33"/>
          <p:cNvSpPr/>
          <p:nvPr/>
        </p:nvSpPr>
        <p:spPr>
          <a:xfrm flipH="false" flipV="false" rot="0">
            <a:off x="7028673" y="1691061"/>
            <a:ext cx="796263" cy="1104770"/>
          </a:xfrm>
          <a:custGeom>
            <a:avLst/>
            <a:gdLst/>
            <a:ahLst/>
            <a:cxnLst/>
            <a:rect r="r" b="b" t="t" l="l"/>
            <a:pathLst>
              <a:path h="1104770" w="796263">
                <a:moveTo>
                  <a:pt x="0" y="0"/>
                </a:moveTo>
                <a:lnTo>
                  <a:pt x="796263" y="0"/>
                </a:lnTo>
                <a:lnTo>
                  <a:pt x="796263" y="1104770"/>
                </a:lnTo>
                <a:lnTo>
                  <a:pt x="0" y="1104770"/>
                </a:lnTo>
                <a:lnTo>
                  <a:pt x="0" y="0"/>
                </a:lnTo>
                <a:close/>
              </a:path>
            </a:pathLst>
          </a:custGeom>
          <a:blipFill>
            <a:blip r:embed="rId3"/>
            <a:stretch>
              <a:fillRect l="-68631" t="-10493" r="-68631" b="-10493"/>
            </a:stretch>
          </a:blipFill>
        </p:spPr>
      </p:sp>
      <p:sp>
        <p:nvSpPr>
          <p:cNvPr name="Freeform 34" id="34"/>
          <p:cNvSpPr/>
          <p:nvPr/>
        </p:nvSpPr>
        <p:spPr>
          <a:xfrm flipH="false" flipV="false" rot="0">
            <a:off x="7701266" y="1691061"/>
            <a:ext cx="796263" cy="1104770"/>
          </a:xfrm>
          <a:custGeom>
            <a:avLst/>
            <a:gdLst/>
            <a:ahLst/>
            <a:cxnLst/>
            <a:rect r="r" b="b" t="t" l="l"/>
            <a:pathLst>
              <a:path h="1104770" w="796263">
                <a:moveTo>
                  <a:pt x="0" y="0"/>
                </a:moveTo>
                <a:lnTo>
                  <a:pt x="796263" y="0"/>
                </a:lnTo>
                <a:lnTo>
                  <a:pt x="796263" y="1104770"/>
                </a:lnTo>
                <a:lnTo>
                  <a:pt x="0" y="1104770"/>
                </a:lnTo>
                <a:lnTo>
                  <a:pt x="0" y="0"/>
                </a:lnTo>
                <a:close/>
              </a:path>
            </a:pathLst>
          </a:custGeom>
          <a:blipFill>
            <a:blip r:embed="rId3"/>
            <a:stretch>
              <a:fillRect l="-68631" t="-10493" r="-68631" b="-10493"/>
            </a:stretch>
          </a:blipFill>
        </p:spPr>
      </p:sp>
      <p:sp>
        <p:nvSpPr>
          <p:cNvPr name="Freeform 35" id="35"/>
          <p:cNvSpPr/>
          <p:nvPr/>
        </p:nvSpPr>
        <p:spPr>
          <a:xfrm flipH="false" flipV="false" rot="0">
            <a:off x="8366158" y="1691061"/>
            <a:ext cx="796263" cy="1104770"/>
          </a:xfrm>
          <a:custGeom>
            <a:avLst/>
            <a:gdLst/>
            <a:ahLst/>
            <a:cxnLst/>
            <a:rect r="r" b="b" t="t" l="l"/>
            <a:pathLst>
              <a:path h="1104770" w="796263">
                <a:moveTo>
                  <a:pt x="0" y="0"/>
                </a:moveTo>
                <a:lnTo>
                  <a:pt x="796262" y="0"/>
                </a:lnTo>
                <a:lnTo>
                  <a:pt x="796262" y="1104770"/>
                </a:lnTo>
                <a:lnTo>
                  <a:pt x="0" y="1104770"/>
                </a:lnTo>
                <a:lnTo>
                  <a:pt x="0" y="0"/>
                </a:lnTo>
                <a:close/>
              </a:path>
            </a:pathLst>
          </a:custGeom>
          <a:blipFill>
            <a:blip r:embed="rId3"/>
            <a:stretch>
              <a:fillRect l="-68631" t="-10493" r="-68631" b="-10493"/>
            </a:stretch>
          </a:blipFill>
        </p:spPr>
      </p:sp>
      <p:sp>
        <p:nvSpPr>
          <p:cNvPr name="Freeform 36" id="36"/>
          <p:cNvSpPr/>
          <p:nvPr/>
        </p:nvSpPr>
        <p:spPr>
          <a:xfrm flipH="false" flipV="false" rot="0">
            <a:off x="9029546" y="1691061"/>
            <a:ext cx="796263" cy="1104770"/>
          </a:xfrm>
          <a:custGeom>
            <a:avLst/>
            <a:gdLst/>
            <a:ahLst/>
            <a:cxnLst/>
            <a:rect r="r" b="b" t="t" l="l"/>
            <a:pathLst>
              <a:path h="1104770" w="796263">
                <a:moveTo>
                  <a:pt x="0" y="0"/>
                </a:moveTo>
                <a:lnTo>
                  <a:pt x="796263" y="0"/>
                </a:lnTo>
                <a:lnTo>
                  <a:pt x="796263" y="1104770"/>
                </a:lnTo>
                <a:lnTo>
                  <a:pt x="0" y="1104770"/>
                </a:lnTo>
                <a:lnTo>
                  <a:pt x="0" y="0"/>
                </a:lnTo>
                <a:close/>
              </a:path>
            </a:pathLst>
          </a:custGeom>
          <a:blipFill>
            <a:blip r:embed="rId3"/>
            <a:stretch>
              <a:fillRect l="-68631" t="-10493" r="-68631" b="-10493"/>
            </a:stretch>
          </a:blipFill>
        </p:spPr>
      </p:sp>
      <p:sp>
        <p:nvSpPr>
          <p:cNvPr name="Freeform 37" id="37"/>
          <p:cNvSpPr/>
          <p:nvPr/>
        </p:nvSpPr>
        <p:spPr>
          <a:xfrm flipH="false" flipV="false" rot="0">
            <a:off x="9029546" y="944346"/>
            <a:ext cx="796263" cy="1104770"/>
          </a:xfrm>
          <a:custGeom>
            <a:avLst/>
            <a:gdLst/>
            <a:ahLst/>
            <a:cxnLst/>
            <a:rect r="r" b="b" t="t" l="l"/>
            <a:pathLst>
              <a:path h="1104770" w="796263">
                <a:moveTo>
                  <a:pt x="0" y="0"/>
                </a:moveTo>
                <a:lnTo>
                  <a:pt x="796263" y="0"/>
                </a:lnTo>
                <a:lnTo>
                  <a:pt x="796263" y="1104769"/>
                </a:lnTo>
                <a:lnTo>
                  <a:pt x="0" y="1104769"/>
                </a:lnTo>
                <a:lnTo>
                  <a:pt x="0" y="0"/>
                </a:lnTo>
                <a:close/>
              </a:path>
            </a:pathLst>
          </a:custGeom>
          <a:blipFill>
            <a:blip r:embed="rId3"/>
            <a:stretch>
              <a:fillRect l="-68631" t="-10493" r="-68631" b="-10493"/>
            </a:stretch>
          </a:blipFill>
        </p:spPr>
      </p:sp>
      <p:sp>
        <p:nvSpPr>
          <p:cNvPr name="Freeform 38" id="38"/>
          <p:cNvSpPr/>
          <p:nvPr/>
        </p:nvSpPr>
        <p:spPr>
          <a:xfrm flipH="false" flipV="false" rot="0">
            <a:off x="7027082" y="944346"/>
            <a:ext cx="796263" cy="1104770"/>
          </a:xfrm>
          <a:custGeom>
            <a:avLst/>
            <a:gdLst/>
            <a:ahLst/>
            <a:cxnLst/>
            <a:rect r="r" b="b" t="t" l="l"/>
            <a:pathLst>
              <a:path h="1104770" w="796263">
                <a:moveTo>
                  <a:pt x="0" y="0"/>
                </a:moveTo>
                <a:lnTo>
                  <a:pt x="796263" y="0"/>
                </a:lnTo>
                <a:lnTo>
                  <a:pt x="796263" y="1104769"/>
                </a:lnTo>
                <a:lnTo>
                  <a:pt x="0" y="1104769"/>
                </a:lnTo>
                <a:lnTo>
                  <a:pt x="0" y="0"/>
                </a:lnTo>
                <a:close/>
              </a:path>
            </a:pathLst>
          </a:custGeom>
          <a:blipFill>
            <a:blip r:embed="rId3"/>
            <a:stretch>
              <a:fillRect l="-68631" t="-10493" r="-68631" b="-10493"/>
            </a:stretch>
          </a:blipFill>
        </p:spPr>
      </p:sp>
      <p:sp>
        <p:nvSpPr>
          <p:cNvPr name="Freeform 39" id="39"/>
          <p:cNvSpPr/>
          <p:nvPr/>
        </p:nvSpPr>
        <p:spPr>
          <a:xfrm flipH="false" flipV="false" rot="0">
            <a:off x="5030534" y="944346"/>
            <a:ext cx="796263" cy="1104770"/>
          </a:xfrm>
          <a:custGeom>
            <a:avLst/>
            <a:gdLst/>
            <a:ahLst/>
            <a:cxnLst/>
            <a:rect r="r" b="b" t="t" l="l"/>
            <a:pathLst>
              <a:path h="1104770" w="796263">
                <a:moveTo>
                  <a:pt x="0" y="0"/>
                </a:moveTo>
                <a:lnTo>
                  <a:pt x="796263" y="0"/>
                </a:lnTo>
                <a:lnTo>
                  <a:pt x="796263" y="1104769"/>
                </a:lnTo>
                <a:lnTo>
                  <a:pt x="0" y="1104769"/>
                </a:lnTo>
                <a:lnTo>
                  <a:pt x="0" y="0"/>
                </a:lnTo>
                <a:close/>
              </a:path>
            </a:pathLst>
          </a:custGeom>
          <a:blipFill>
            <a:blip r:embed="rId3"/>
            <a:stretch>
              <a:fillRect l="-68631" t="-10493" r="-68631" b="-10493"/>
            </a:stretch>
          </a:blipFill>
        </p:spPr>
      </p:sp>
      <p:sp>
        <p:nvSpPr>
          <p:cNvPr name="Freeform 40" id="40"/>
          <p:cNvSpPr/>
          <p:nvPr/>
        </p:nvSpPr>
        <p:spPr>
          <a:xfrm flipH="false" flipV="false" rot="0">
            <a:off x="3025336" y="944346"/>
            <a:ext cx="796263" cy="1104770"/>
          </a:xfrm>
          <a:custGeom>
            <a:avLst/>
            <a:gdLst/>
            <a:ahLst/>
            <a:cxnLst/>
            <a:rect r="r" b="b" t="t" l="l"/>
            <a:pathLst>
              <a:path h="1104770" w="796263">
                <a:moveTo>
                  <a:pt x="0" y="0"/>
                </a:moveTo>
                <a:lnTo>
                  <a:pt x="796263" y="0"/>
                </a:lnTo>
                <a:lnTo>
                  <a:pt x="796263" y="1104769"/>
                </a:lnTo>
                <a:lnTo>
                  <a:pt x="0" y="1104769"/>
                </a:lnTo>
                <a:lnTo>
                  <a:pt x="0" y="0"/>
                </a:lnTo>
                <a:close/>
              </a:path>
            </a:pathLst>
          </a:custGeom>
          <a:blipFill>
            <a:blip r:embed="rId3"/>
            <a:stretch>
              <a:fillRect l="-68631" t="-10493" r="-68631" b="-10493"/>
            </a:stretch>
          </a:blipFill>
        </p:spPr>
      </p:sp>
      <p:sp>
        <p:nvSpPr>
          <p:cNvPr name="Freeform 41" id="41"/>
          <p:cNvSpPr/>
          <p:nvPr/>
        </p:nvSpPr>
        <p:spPr>
          <a:xfrm flipH="false" flipV="false" rot="0">
            <a:off x="8365657" y="944346"/>
            <a:ext cx="796263" cy="1104770"/>
          </a:xfrm>
          <a:custGeom>
            <a:avLst/>
            <a:gdLst/>
            <a:ahLst/>
            <a:cxnLst/>
            <a:rect r="r" b="b" t="t" l="l"/>
            <a:pathLst>
              <a:path h="1104770" w="796263">
                <a:moveTo>
                  <a:pt x="0" y="0"/>
                </a:moveTo>
                <a:lnTo>
                  <a:pt x="796263" y="0"/>
                </a:lnTo>
                <a:lnTo>
                  <a:pt x="796263" y="1104769"/>
                </a:lnTo>
                <a:lnTo>
                  <a:pt x="0" y="1104769"/>
                </a:lnTo>
                <a:lnTo>
                  <a:pt x="0" y="0"/>
                </a:lnTo>
                <a:close/>
              </a:path>
            </a:pathLst>
          </a:custGeom>
          <a:blipFill>
            <a:blip r:embed="rId3"/>
            <a:stretch>
              <a:fillRect l="-68631" t="-10493" r="-68631" b="-10493"/>
            </a:stretch>
          </a:blipFill>
        </p:spPr>
      </p:sp>
      <p:sp>
        <p:nvSpPr>
          <p:cNvPr name="Freeform 42" id="42"/>
          <p:cNvSpPr/>
          <p:nvPr/>
        </p:nvSpPr>
        <p:spPr>
          <a:xfrm flipH="false" flipV="false" rot="0">
            <a:off x="6363193" y="944346"/>
            <a:ext cx="796263" cy="1104770"/>
          </a:xfrm>
          <a:custGeom>
            <a:avLst/>
            <a:gdLst/>
            <a:ahLst/>
            <a:cxnLst/>
            <a:rect r="r" b="b" t="t" l="l"/>
            <a:pathLst>
              <a:path h="1104770" w="796263">
                <a:moveTo>
                  <a:pt x="0" y="0"/>
                </a:moveTo>
                <a:lnTo>
                  <a:pt x="796263" y="0"/>
                </a:lnTo>
                <a:lnTo>
                  <a:pt x="796263" y="1104769"/>
                </a:lnTo>
                <a:lnTo>
                  <a:pt x="0" y="1104769"/>
                </a:lnTo>
                <a:lnTo>
                  <a:pt x="0" y="0"/>
                </a:lnTo>
                <a:close/>
              </a:path>
            </a:pathLst>
          </a:custGeom>
          <a:blipFill>
            <a:blip r:embed="rId3"/>
            <a:stretch>
              <a:fillRect l="-68631" t="-10493" r="-68631" b="-10493"/>
            </a:stretch>
          </a:blipFill>
        </p:spPr>
      </p:sp>
      <p:sp>
        <p:nvSpPr>
          <p:cNvPr name="Freeform 43" id="43"/>
          <p:cNvSpPr/>
          <p:nvPr/>
        </p:nvSpPr>
        <p:spPr>
          <a:xfrm flipH="false" flipV="false" rot="0">
            <a:off x="4366645" y="944346"/>
            <a:ext cx="796263" cy="1104770"/>
          </a:xfrm>
          <a:custGeom>
            <a:avLst/>
            <a:gdLst/>
            <a:ahLst/>
            <a:cxnLst/>
            <a:rect r="r" b="b" t="t" l="l"/>
            <a:pathLst>
              <a:path h="1104770" w="796263">
                <a:moveTo>
                  <a:pt x="0" y="0"/>
                </a:moveTo>
                <a:lnTo>
                  <a:pt x="796263" y="0"/>
                </a:lnTo>
                <a:lnTo>
                  <a:pt x="796263" y="1104769"/>
                </a:lnTo>
                <a:lnTo>
                  <a:pt x="0" y="1104769"/>
                </a:lnTo>
                <a:lnTo>
                  <a:pt x="0" y="0"/>
                </a:lnTo>
                <a:close/>
              </a:path>
            </a:pathLst>
          </a:custGeom>
          <a:blipFill>
            <a:blip r:embed="rId3"/>
            <a:stretch>
              <a:fillRect l="-68631" t="-10493" r="-68631" b="-10493"/>
            </a:stretch>
          </a:blipFill>
        </p:spPr>
      </p:sp>
      <p:sp>
        <p:nvSpPr>
          <p:cNvPr name="Freeform 44" id="44"/>
          <p:cNvSpPr/>
          <p:nvPr/>
        </p:nvSpPr>
        <p:spPr>
          <a:xfrm flipH="false" flipV="false" rot="0">
            <a:off x="2361447" y="944346"/>
            <a:ext cx="796263" cy="1104770"/>
          </a:xfrm>
          <a:custGeom>
            <a:avLst/>
            <a:gdLst/>
            <a:ahLst/>
            <a:cxnLst/>
            <a:rect r="r" b="b" t="t" l="l"/>
            <a:pathLst>
              <a:path h="1104770" w="796263">
                <a:moveTo>
                  <a:pt x="0" y="0"/>
                </a:moveTo>
                <a:lnTo>
                  <a:pt x="796263" y="0"/>
                </a:lnTo>
                <a:lnTo>
                  <a:pt x="796263" y="1104769"/>
                </a:lnTo>
                <a:lnTo>
                  <a:pt x="0" y="1104769"/>
                </a:lnTo>
                <a:lnTo>
                  <a:pt x="0" y="0"/>
                </a:lnTo>
                <a:close/>
              </a:path>
            </a:pathLst>
          </a:custGeom>
          <a:blipFill>
            <a:blip r:embed="rId3"/>
            <a:stretch>
              <a:fillRect l="-68631" t="-10493" r="-68631" b="-10493"/>
            </a:stretch>
          </a:blipFill>
        </p:spPr>
      </p:sp>
      <p:sp>
        <p:nvSpPr>
          <p:cNvPr name="Freeform 45" id="45"/>
          <p:cNvSpPr/>
          <p:nvPr/>
        </p:nvSpPr>
        <p:spPr>
          <a:xfrm flipH="false" flipV="false" rot="0">
            <a:off x="7699675" y="944346"/>
            <a:ext cx="796263" cy="1104770"/>
          </a:xfrm>
          <a:custGeom>
            <a:avLst/>
            <a:gdLst/>
            <a:ahLst/>
            <a:cxnLst/>
            <a:rect r="r" b="b" t="t" l="l"/>
            <a:pathLst>
              <a:path h="1104770" w="796263">
                <a:moveTo>
                  <a:pt x="0" y="0"/>
                </a:moveTo>
                <a:lnTo>
                  <a:pt x="796263" y="0"/>
                </a:lnTo>
                <a:lnTo>
                  <a:pt x="796263" y="1104769"/>
                </a:lnTo>
                <a:lnTo>
                  <a:pt x="0" y="1104769"/>
                </a:lnTo>
                <a:lnTo>
                  <a:pt x="0" y="0"/>
                </a:lnTo>
                <a:close/>
              </a:path>
            </a:pathLst>
          </a:custGeom>
          <a:blipFill>
            <a:blip r:embed="rId3"/>
            <a:stretch>
              <a:fillRect l="-68631" t="-10493" r="-68631" b="-10493"/>
            </a:stretch>
          </a:blipFill>
        </p:spPr>
      </p:sp>
      <p:sp>
        <p:nvSpPr>
          <p:cNvPr name="Freeform 46" id="46"/>
          <p:cNvSpPr/>
          <p:nvPr/>
        </p:nvSpPr>
        <p:spPr>
          <a:xfrm flipH="false" flipV="false" rot="0">
            <a:off x="5697212" y="944346"/>
            <a:ext cx="796263" cy="1104770"/>
          </a:xfrm>
          <a:custGeom>
            <a:avLst/>
            <a:gdLst/>
            <a:ahLst/>
            <a:cxnLst/>
            <a:rect r="r" b="b" t="t" l="l"/>
            <a:pathLst>
              <a:path h="1104770" w="796263">
                <a:moveTo>
                  <a:pt x="0" y="0"/>
                </a:moveTo>
                <a:lnTo>
                  <a:pt x="796262" y="0"/>
                </a:lnTo>
                <a:lnTo>
                  <a:pt x="796262" y="1104769"/>
                </a:lnTo>
                <a:lnTo>
                  <a:pt x="0" y="1104769"/>
                </a:lnTo>
                <a:lnTo>
                  <a:pt x="0" y="0"/>
                </a:lnTo>
                <a:close/>
              </a:path>
            </a:pathLst>
          </a:custGeom>
          <a:blipFill>
            <a:blip r:embed="rId3"/>
            <a:stretch>
              <a:fillRect l="-68631" t="-10493" r="-68631" b="-10493"/>
            </a:stretch>
          </a:blipFill>
        </p:spPr>
      </p:sp>
      <p:sp>
        <p:nvSpPr>
          <p:cNvPr name="Freeform 47" id="47"/>
          <p:cNvSpPr/>
          <p:nvPr/>
        </p:nvSpPr>
        <p:spPr>
          <a:xfrm flipH="false" flipV="false" rot="0">
            <a:off x="3700664" y="944346"/>
            <a:ext cx="796263" cy="1104770"/>
          </a:xfrm>
          <a:custGeom>
            <a:avLst/>
            <a:gdLst/>
            <a:ahLst/>
            <a:cxnLst/>
            <a:rect r="r" b="b" t="t" l="l"/>
            <a:pathLst>
              <a:path h="1104770" w="796263">
                <a:moveTo>
                  <a:pt x="0" y="0"/>
                </a:moveTo>
                <a:lnTo>
                  <a:pt x="796263" y="0"/>
                </a:lnTo>
                <a:lnTo>
                  <a:pt x="796263" y="1104769"/>
                </a:lnTo>
                <a:lnTo>
                  <a:pt x="0" y="1104769"/>
                </a:lnTo>
                <a:lnTo>
                  <a:pt x="0" y="0"/>
                </a:lnTo>
                <a:close/>
              </a:path>
            </a:pathLst>
          </a:custGeom>
          <a:blipFill>
            <a:blip r:embed="rId3"/>
            <a:stretch>
              <a:fillRect l="-68631" t="-10493" r="-68631" b="-10493"/>
            </a:stretch>
          </a:blipFill>
        </p:spPr>
      </p:sp>
      <p:sp>
        <p:nvSpPr>
          <p:cNvPr name="Freeform 48" id="48"/>
          <p:cNvSpPr/>
          <p:nvPr/>
        </p:nvSpPr>
        <p:spPr>
          <a:xfrm flipH="false" flipV="false" rot="0">
            <a:off x="1695466" y="944346"/>
            <a:ext cx="796263" cy="1104770"/>
          </a:xfrm>
          <a:custGeom>
            <a:avLst/>
            <a:gdLst/>
            <a:ahLst/>
            <a:cxnLst/>
            <a:rect r="r" b="b" t="t" l="l"/>
            <a:pathLst>
              <a:path h="1104770" w="796263">
                <a:moveTo>
                  <a:pt x="0" y="0"/>
                </a:moveTo>
                <a:lnTo>
                  <a:pt x="796262" y="0"/>
                </a:lnTo>
                <a:lnTo>
                  <a:pt x="796262" y="1104769"/>
                </a:lnTo>
                <a:lnTo>
                  <a:pt x="0" y="1104769"/>
                </a:lnTo>
                <a:lnTo>
                  <a:pt x="0" y="0"/>
                </a:lnTo>
                <a:close/>
              </a:path>
            </a:pathLst>
          </a:custGeom>
          <a:blipFill>
            <a:blip r:embed="rId3"/>
            <a:stretch>
              <a:fillRect l="-68631" t="-10493" r="-68631" b="-10493"/>
            </a:stretch>
          </a:blipFill>
        </p:spPr>
      </p:sp>
      <p:sp>
        <p:nvSpPr>
          <p:cNvPr name="Freeform 49" id="49"/>
          <p:cNvSpPr/>
          <p:nvPr/>
        </p:nvSpPr>
        <p:spPr>
          <a:xfrm flipH="false" flipV="false" rot="0">
            <a:off x="1036238" y="944346"/>
            <a:ext cx="796263" cy="1104770"/>
          </a:xfrm>
          <a:custGeom>
            <a:avLst/>
            <a:gdLst/>
            <a:ahLst/>
            <a:cxnLst/>
            <a:rect r="r" b="b" t="t" l="l"/>
            <a:pathLst>
              <a:path h="1104770" w="796263">
                <a:moveTo>
                  <a:pt x="0" y="0"/>
                </a:moveTo>
                <a:lnTo>
                  <a:pt x="796263" y="0"/>
                </a:lnTo>
                <a:lnTo>
                  <a:pt x="796263" y="1104769"/>
                </a:lnTo>
                <a:lnTo>
                  <a:pt x="0" y="1104769"/>
                </a:lnTo>
                <a:lnTo>
                  <a:pt x="0" y="0"/>
                </a:lnTo>
                <a:close/>
              </a:path>
            </a:pathLst>
          </a:custGeom>
          <a:blipFill>
            <a:blip r:embed="rId3"/>
            <a:stretch>
              <a:fillRect l="-68631" t="-10493" r="-68631" b="-10493"/>
            </a:stretch>
          </a:blipFill>
        </p:spPr>
      </p:sp>
      <p:sp>
        <p:nvSpPr>
          <p:cNvPr name="Freeform 50" id="50"/>
          <p:cNvSpPr/>
          <p:nvPr/>
        </p:nvSpPr>
        <p:spPr>
          <a:xfrm flipH="false" flipV="false" rot="0">
            <a:off x="1031718" y="3214566"/>
            <a:ext cx="796263" cy="1104770"/>
          </a:xfrm>
          <a:custGeom>
            <a:avLst/>
            <a:gdLst/>
            <a:ahLst/>
            <a:cxnLst/>
            <a:rect r="r" b="b" t="t" l="l"/>
            <a:pathLst>
              <a:path h="1104770" w="796263">
                <a:moveTo>
                  <a:pt x="0" y="0"/>
                </a:moveTo>
                <a:lnTo>
                  <a:pt x="796263" y="0"/>
                </a:lnTo>
                <a:lnTo>
                  <a:pt x="796263" y="1104770"/>
                </a:lnTo>
                <a:lnTo>
                  <a:pt x="0" y="1104770"/>
                </a:lnTo>
                <a:lnTo>
                  <a:pt x="0" y="0"/>
                </a:lnTo>
                <a:close/>
              </a:path>
            </a:pathLst>
          </a:custGeom>
          <a:blipFill>
            <a:blip r:embed="rId3"/>
            <a:stretch>
              <a:fillRect l="-68631" t="-10493" r="-68631" b="-10493"/>
            </a:stretch>
          </a:blipFill>
        </p:spPr>
      </p:sp>
      <p:sp>
        <p:nvSpPr>
          <p:cNvPr name="Freeform 51" id="51"/>
          <p:cNvSpPr/>
          <p:nvPr/>
        </p:nvSpPr>
        <p:spPr>
          <a:xfrm flipH="false" flipV="false" rot="0">
            <a:off x="2353255" y="1800147"/>
            <a:ext cx="860146" cy="925534"/>
          </a:xfrm>
          <a:custGeom>
            <a:avLst/>
            <a:gdLst/>
            <a:ahLst/>
            <a:cxnLst/>
            <a:rect r="r" b="b" t="t" l="l"/>
            <a:pathLst>
              <a:path h="925534" w="860146">
                <a:moveTo>
                  <a:pt x="0" y="0"/>
                </a:moveTo>
                <a:lnTo>
                  <a:pt x="860146" y="0"/>
                </a:lnTo>
                <a:lnTo>
                  <a:pt x="860146" y="925534"/>
                </a:lnTo>
                <a:lnTo>
                  <a:pt x="0" y="925534"/>
                </a:lnTo>
                <a:lnTo>
                  <a:pt x="0" y="0"/>
                </a:lnTo>
                <a:close/>
              </a:path>
            </a:pathLst>
          </a:custGeom>
          <a:blipFill>
            <a:blip r:embed="rId2"/>
            <a:stretch>
              <a:fillRect l="-57765" t="-20857" r="-57765" b="-20857"/>
            </a:stretch>
          </a:blipFill>
        </p:spPr>
      </p:sp>
      <p:sp>
        <p:nvSpPr>
          <p:cNvPr name="Freeform 52" id="52"/>
          <p:cNvSpPr/>
          <p:nvPr/>
        </p:nvSpPr>
        <p:spPr>
          <a:xfrm flipH="false" flipV="false" rot="0">
            <a:off x="3015814" y="1800147"/>
            <a:ext cx="860146" cy="925534"/>
          </a:xfrm>
          <a:custGeom>
            <a:avLst/>
            <a:gdLst/>
            <a:ahLst/>
            <a:cxnLst/>
            <a:rect r="r" b="b" t="t" l="l"/>
            <a:pathLst>
              <a:path h="925534" w="860146">
                <a:moveTo>
                  <a:pt x="0" y="0"/>
                </a:moveTo>
                <a:lnTo>
                  <a:pt x="860146" y="0"/>
                </a:lnTo>
                <a:lnTo>
                  <a:pt x="860146" y="925534"/>
                </a:lnTo>
                <a:lnTo>
                  <a:pt x="0" y="925534"/>
                </a:lnTo>
                <a:lnTo>
                  <a:pt x="0" y="0"/>
                </a:lnTo>
                <a:close/>
              </a:path>
            </a:pathLst>
          </a:custGeom>
          <a:blipFill>
            <a:blip r:embed="rId2"/>
            <a:stretch>
              <a:fillRect l="-57765" t="-20857" r="-57765" b="-20857"/>
            </a:stretch>
          </a:blipFill>
        </p:spPr>
      </p:sp>
      <p:sp>
        <p:nvSpPr>
          <p:cNvPr name="Freeform 53" id="53"/>
          <p:cNvSpPr/>
          <p:nvPr/>
        </p:nvSpPr>
        <p:spPr>
          <a:xfrm flipH="false" flipV="false" rot="0">
            <a:off x="3679509" y="1800147"/>
            <a:ext cx="860146" cy="925534"/>
          </a:xfrm>
          <a:custGeom>
            <a:avLst/>
            <a:gdLst/>
            <a:ahLst/>
            <a:cxnLst/>
            <a:rect r="r" b="b" t="t" l="l"/>
            <a:pathLst>
              <a:path h="925534" w="860146">
                <a:moveTo>
                  <a:pt x="0" y="0"/>
                </a:moveTo>
                <a:lnTo>
                  <a:pt x="860146" y="0"/>
                </a:lnTo>
                <a:lnTo>
                  <a:pt x="860146" y="925534"/>
                </a:lnTo>
                <a:lnTo>
                  <a:pt x="0" y="925534"/>
                </a:lnTo>
                <a:lnTo>
                  <a:pt x="0" y="0"/>
                </a:lnTo>
                <a:close/>
              </a:path>
            </a:pathLst>
          </a:custGeom>
          <a:blipFill>
            <a:blip r:embed="rId2"/>
            <a:stretch>
              <a:fillRect l="-57765" t="-20857" r="-57765" b="-20857"/>
            </a:stretch>
          </a:blipFill>
        </p:spPr>
      </p:sp>
      <p:sp>
        <p:nvSpPr>
          <p:cNvPr name="Freeform 54" id="54"/>
          <p:cNvSpPr/>
          <p:nvPr/>
        </p:nvSpPr>
        <p:spPr>
          <a:xfrm flipH="false" flipV="false" rot="0">
            <a:off x="3679509" y="2573272"/>
            <a:ext cx="860146" cy="925534"/>
          </a:xfrm>
          <a:custGeom>
            <a:avLst/>
            <a:gdLst/>
            <a:ahLst/>
            <a:cxnLst/>
            <a:rect r="r" b="b" t="t" l="l"/>
            <a:pathLst>
              <a:path h="925534" w="860146">
                <a:moveTo>
                  <a:pt x="0" y="0"/>
                </a:moveTo>
                <a:lnTo>
                  <a:pt x="860146" y="0"/>
                </a:lnTo>
                <a:lnTo>
                  <a:pt x="860146" y="925534"/>
                </a:lnTo>
                <a:lnTo>
                  <a:pt x="0" y="925534"/>
                </a:lnTo>
                <a:lnTo>
                  <a:pt x="0" y="0"/>
                </a:lnTo>
                <a:close/>
              </a:path>
            </a:pathLst>
          </a:custGeom>
          <a:blipFill>
            <a:blip r:embed="rId2"/>
            <a:stretch>
              <a:fillRect l="-57765" t="-20857" r="-57765" b="-20857"/>
            </a:stretch>
          </a:blipFill>
        </p:spPr>
      </p:sp>
      <p:sp>
        <p:nvSpPr>
          <p:cNvPr name="Freeform 55" id="55"/>
          <p:cNvSpPr/>
          <p:nvPr/>
        </p:nvSpPr>
        <p:spPr>
          <a:xfrm flipH="false" flipV="false" rot="0">
            <a:off x="4343204" y="1800147"/>
            <a:ext cx="860146" cy="925534"/>
          </a:xfrm>
          <a:custGeom>
            <a:avLst/>
            <a:gdLst/>
            <a:ahLst/>
            <a:cxnLst/>
            <a:rect r="r" b="b" t="t" l="l"/>
            <a:pathLst>
              <a:path h="925534" w="860146">
                <a:moveTo>
                  <a:pt x="0" y="0"/>
                </a:moveTo>
                <a:lnTo>
                  <a:pt x="860146" y="0"/>
                </a:lnTo>
                <a:lnTo>
                  <a:pt x="860146" y="925534"/>
                </a:lnTo>
                <a:lnTo>
                  <a:pt x="0" y="925534"/>
                </a:lnTo>
                <a:lnTo>
                  <a:pt x="0" y="0"/>
                </a:lnTo>
                <a:close/>
              </a:path>
            </a:pathLst>
          </a:custGeom>
          <a:blipFill>
            <a:blip r:embed="rId2"/>
            <a:stretch>
              <a:fillRect l="-57765" t="-20857" r="-57765" b="-20857"/>
            </a:stretch>
          </a:blipFill>
        </p:spPr>
      </p:sp>
      <p:sp>
        <p:nvSpPr>
          <p:cNvPr name="Freeform 56" id="56"/>
          <p:cNvSpPr/>
          <p:nvPr/>
        </p:nvSpPr>
        <p:spPr>
          <a:xfrm flipH="false" flipV="false" rot="0">
            <a:off x="4343204" y="2573272"/>
            <a:ext cx="860146" cy="925534"/>
          </a:xfrm>
          <a:custGeom>
            <a:avLst/>
            <a:gdLst/>
            <a:ahLst/>
            <a:cxnLst/>
            <a:rect r="r" b="b" t="t" l="l"/>
            <a:pathLst>
              <a:path h="925534" w="860146">
                <a:moveTo>
                  <a:pt x="0" y="0"/>
                </a:moveTo>
                <a:lnTo>
                  <a:pt x="860146" y="0"/>
                </a:lnTo>
                <a:lnTo>
                  <a:pt x="860146" y="925534"/>
                </a:lnTo>
                <a:lnTo>
                  <a:pt x="0" y="925534"/>
                </a:lnTo>
                <a:lnTo>
                  <a:pt x="0" y="0"/>
                </a:lnTo>
                <a:close/>
              </a:path>
            </a:pathLst>
          </a:custGeom>
          <a:blipFill>
            <a:blip r:embed="rId2"/>
            <a:stretch>
              <a:fillRect l="-57765" t="-20857" r="-57765" b="-20857"/>
            </a:stretch>
          </a:blipFill>
        </p:spPr>
      </p:sp>
      <p:sp>
        <p:nvSpPr>
          <p:cNvPr name="Freeform 57" id="57"/>
          <p:cNvSpPr/>
          <p:nvPr/>
        </p:nvSpPr>
        <p:spPr>
          <a:xfrm flipH="false" flipV="false" rot="0">
            <a:off x="5004063" y="3336512"/>
            <a:ext cx="860146" cy="925534"/>
          </a:xfrm>
          <a:custGeom>
            <a:avLst/>
            <a:gdLst/>
            <a:ahLst/>
            <a:cxnLst/>
            <a:rect r="r" b="b" t="t" l="l"/>
            <a:pathLst>
              <a:path h="925534" w="860146">
                <a:moveTo>
                  <a:pt x="0" y="0"/>
                </a:moveTo>
                <a:lnTo>
                  <a:pt x="860147" y="0"/>
                </a:lnTo>
                <a:lnTo>
                  <a:pt x="860147" y="925534"/>
                </a:lnTo>
                <a:lnTo>
                  <a:pt x="0" y="925534"/>
                </a:lnTo>
                <a:lnTo>
                  <a:pt x="0" y="0"/>
                </a:lnTo>
                <a:close/>
              </a:path>
            </a:pathLst>
          </a:custGeom>
          <a:blipFill>
            <a:blip r:embed="rId2"/>
            <a:stretch>
              <a:fillRect l="-57765" t="-20857" r="-57765" b="-20857"/>
            </a:stretch>
          </a:blipFill>
        </p:spPr>
      </p:sp>
      <p:sp>
        <p:nvSpPr>
          <p:cNvPr name="Freeform 58" id="58"/>
          <p:cNvSpPr/>
          <p:nvPr/>
        </p:nvSpPr>
        <p:spPr>
          <a:xfrm flipH="false" flipV="false" rot="0">
            <a:off x="4343204" y="3336512"/>
            <a:ext cx="860146" cy="925534"/>
          </a:xfrm>
          <a:custGeom>
            <a:avLst/>
            <a:gdLst/>
            <a:ahLst/>
            <a:cxnLst/>
            <a:rect r="r" b="b" t="t" l="l"/>
            <a:pathLst>
              <a:path h="925534" w="860146">
                <a:moveTo>
                  <a:pt x="0" y="0"/>
                </a:moveTo>
                <a:lnTo>
                  <a:pt x="860146" y="0"/>
                </a:lnTo>
                <a:lnTo>
                  <a:pt x="860146" y="925534"/>
                </a:lnTo>
                <a:lnTo>
                  <a:pt x="0" y="925534"/>
                </a:lnTo>
                <a:lnTo>
                  <a:pt x="0" y="0"/>
                </a:lnTo>
                <a:close/>
              </a:path>
            </a:pathLst>
          </a:custGeom>
          <a:blipFill>
            <a:blip r:embed="rId2"/>
            <a:stretch>
              <a:fillRect l="-57765" t="-20857" r="-57765" b="-20857"/>
            </a:stretch>
          </a:blipFill>
        </p:spPr>
      </p:sp>
      <p:sp>
        <p:nvSpPr>
          <p:cNvPr name="Freeform 59" id="59"/>
          <p:cNvSpPr/>
          <p:nvPr/>
        </p:nvSpPr>
        <p:spPr>
          <a:xfrm flipH="false" flipV="false" rot="0">
            <a:off x="5004063" y="1800147"/>
            <a:ext cx="860146" cy="925534"/>
          </a:xfrm>
          <a:custGeom>
            <a:avLst/>
            <a:gdLst/>
            <a:ahLst/>
            <a:cxnLst/>
            <a:rect r="r" b="b" t="t" l="l"/>
            <a:pathLst>
              <a:path h="925534" w="860146">
                <a:moveTo>
                  <a:pt x="0" y="0"/>
                </a:moveTo>
                <a:lnTo>
                  <a:pt x="860147" y="0"/>
                </a:lnTo>
                <a:lnTo>
                  <a:pt x="860147" y="925534"/>
                </a:lnTo>
                <a:lnTo>
                  <a:pt x="0" y="925534"/>
                </a:lnTo>
                <a:lnTo>
                  <a:pt x="0" y="0"/>
                </a:lnTo>
                <a:close/>
              </a:path>
            </a:pathLst>
          </a:custGeom>
          <a:blipFill>
            <a:blip r:embed="rId2"/>
            <a:stretch>
              <a:fillRect l="-57765" t="-20857" r="-57765" b="-20857"/>
            </a:stretch>
          </a:blipFill>
        </p:spPr>
      </p:sp>
      <p:sp>
        <p:nvSpPr>
          <p:cNvPr name="Freeform 60" id="60"/>
          <p:cNvSpPr/>
          <p:nvPr/>
        </p:nvSpPr>
        <p:spPr>
          <a:xfrm flipH="false" flipV="false" rot="0">
            <a:off x="5004063" y="2573272"/>
            <a:ext cx="860146" cy="925534"/>
          </a:xfrm>
          <a:custGeom>
            <a:avLst/>
            <a:gdLst/>
            <a:ahLst/>
            <a:cxnLst/>
            <a:rect r="r" b="b" t="t" l="l"/>
            <a:pathLst>
              <a:path h="925534" w="860146">
                <a:moveTo>
                  <a:pt x="0" y="0"/>
                </a:moveTo>
                <a:lnTo>
                  <a:pt x="860147" y="0"/>
                </a:lnTo>
                <a:lnTo>
                  <a:pt x="860147" y="925534"/>
                </a:lnTo>
                <a:lnTo>
                  <a:pt x="0" y="925534"/>
                </a:lnTo>
                <a:lnTo>
                  <a:pt x="0" y="0"/>
                </a:lnTo>
                <a:close/>
              </a:path>
            </a:pathLst>
          </a:custGeom>
          <a:blipFill>
            <a:blip r:embed="rId2"/>
            <a:stretch>
              <a:fillRect l="-57765" t="-20857" r="-57765" b="-20857"/>
            </a:stretch>
          </a:blipFill>
        </p:spPr>
      </p:sp>
      <p:sp>
        <p:nvSpPr>
          <p:cNvPr name="Freeform 61" id="61"/>
          <p:cNvSpPr/>
          <p:nvPr/>
        </p:nvSpPr>
        <p:spPr>
          <a:xfrm flipH="false" flipV="false" rot="0">
            <a:off x="5664923" y="3336512"/>
            <a:ext cx="860146" cy="925534"/>
          </a:xfrm>
          <a:custGeom>
            <a:avLst/>
            <a:gdLst/>
            <a:ahLst/>
            <a:cxnLst/>
            <a:rect r="r" b="b" t="t" l="l"/>
            <a:pathLst>
              <a:path h="925534" w="860146">
                <a:moveTo>
                  <a:pt x="0" y="0"/>
                </a:moveTo>
                <a:lnTo>
                  <a:pt x="860146" y="0"/>
                </a:lnTo>
                <a:lnTo>
                  <a:pt x="860146" y="925534"/>
                </a:lnTo>
                <a:lnTo>
                  <a:pt x="0" y="925534"/>
                </a:lnTo>
                <a:lnTo>
                  <a:pt x="0" y="0"/>
                </a:lnTo>
                <a:close/>
              </a:path>
            </a:pathLst>
          </a:custGeom>
          <a:blipFill>
            <a:blip r:embed="rId2"/>
            <a:stretch>
              <a:fillRect l="-57765" t="-20857" r="-57765" b="-20857"/>
            </a:stretch>
          </a:blipFill>
        </p:spPr>
      </p:sp>
      <p:sp>
        <p:nvSpPr>
          <p:cNvPr name="TextBox 62" id="62"/>
          <p:cNvSpPr txBox="true"/>
          <p:nvPr/>
        </p:nvSpPr>
        <p:spPr>
          <a:xfrm rot="0">
            <a:off x="1028700" y="5108649"/>
            <a:ext cx="1311113" cy="1292861"/>
          </a:xfrm>
          <a:prstGeom prst="rect">
            <a:avLst/>
          </a:prstGeom>
        </p:spPr>
        <p:txBody>
          <a:bodyPr anchor="t" rtlCol="false" tIns="0" lIns="0" bIns="0" rIns="0">
            <a:spAutoFit/>
          </a:bodyPr>
          <a:lstStyle/>
          <a:p>
            <a:pPr algn="l" marL="0" indent="0" lvl="0">
              <a:lnSpc>
                <a:spcPts val="9020"/>
              </a:lnSpc>
            </a:pPr>
            <a:r>
              <a:rPr lang="en-US" b="true" sz="11000" spc="-330">
                <a:solidFill>
                  <a:srgbClr val="FFFFFF"/>
                </a:solidFill>
                <a:latin typeface="Inter 2 Bold"/>
                <a:ea typeface="Inter 2 Bold"/>
                <a:cs typeface="Inter 2 Bold"/>
                <a:sym typeface="Inter 2 Bold"/>
              </a:rPr>
              <a:t>11</a:t>
            </a:r>
          </a:p>
        </p:txBody>
      </p:sp>
      <p:sp>
        <p:nvSpPr>
          <p:cNvPr name="TextBox 63" id="63"/>
          <p:cNvSpPr txBox="true"/>
          <p:nvPr/>
        </p:nvSpPr>
        <p:spPr>
          <a:xfrm rot="0">
            <a:off x="1028700" y="6412866"/>
            <a:ext cx="2049821" cy="1522729"/>
          </a:xfrm>
          <a:prstGeom prst="rect">
            <a:avLst/>
          </a:prstGeom>
        </p:spPr>
        <p:txBody>
          <a:bodyPr anchor="t" rtlCol="false" tIns="0" lIns="0" bIns="0" rIns="0">
            <a:spAutoFit/>
          </a:bodyPr>
          <a:lstStyle/>
          <a:p>
            <a:pPr algn="l" marL="0" indent="0" lvl="0">
              <a:lnSpc>
                <a:spcPts val="10659"/>
              </a:lnSpc>
            </a:pPr>
            <a:r>
              <a:rPr lang="en-US" b="true" sz="12999" spc="-389">
                <a:solidFill>
                  <a:srgbClr val="FFFFFF"/>
                </a:solidFill>
                <a:latin typeface="Inter 2 Bold"/>
                <a:ea typeface="Inter 2 Bold"/>
                <a:cs typeface="Inter 2 Bold"/>
                <a:sym typeface="Inter 2 Bold"/>
              </a:rPr>
              <a:t>52</a:t>
            </a:r>
          </a:p>
        </p:txBody>
      </p:sp>
      <p:sp>
        <p:nvSpPr>
          <p:cNvPr name="TextBox 64" id="64"/>
          <p:cNvSpPr txBox="true"/>
          <p:nvPr/>
        </p:nvSpPr>
        <p:spPr>
          <a:xfrm rot="0">
            <a:off x="2271450" y="5518621"/>
            <a:ext cx="612080" cy="655955"/>
          </a:xfrm>
          <a:prstGeom prst="rect">
            <a:avLst/>
          </a:prstGeom>
        </p:spPr>
        <p:txBody>
          <a:bodyPr anchor="t" rtlCol="false" tIns="0" lIns="0" bIns="0" rIns="0">
            <a:spAutoFit/>
          </a:bodyPr>
          <a:lstStyle/>
          <a:p>
            <a:pPr algn="l" marL="0" indent="0" lvl="0">
              <a:lnSpc>
                <a:spcPts val="4509"/>
              </a:lnSpc>
            </a:pPr>
            <a:r>
              <a:rPr lang="en-US" b="true" sz="5499" spc="-164">
                <a:solidFill>
                  <a:srgbClr val="FFFFFF"/>
                </a:solidFill>
                <a:latin typeface="Inter 2 Bold"/>
                <a:ea typeface="Inter 2 Bold"/>
                <a:cs typeface="Inter 2 Bold"/>
                <a:sym typeface="Inter 2 Bold"/>
              </a:rPr>
              <a:t>in</a:t>
            </a:r>
          </a:p>
        </p:txBody>
      </p:sp>
      <p:sp>
        <p:nvSpPr>
          <p:cNvPr name="TextBox 65" id="65"/>
          <p:cNvSpPr txBox="true"/>
          <p:nvPr/>
        </p:nvSpPr>
        <p:spPr>
          <a:xfrm rot="0">
            <a:off x="3295305" y="4851708"/>
            <a:ext cx="5025296" cy="2825750"/>
          </a:xfrm>
          <a:prstGeom prst="rect">
            <a:avLst/>
          </a:prstGeom>
        </p:spPr>
        <p:txBody>
          <a:bodyPr anchor="t" rtlCol="false" tIns="0" lIns="0" bIns="0" rIns="0">
            <a:spAutoFit/>
          </a:bodyPr>
          <a:lstStyle/>
          <a:p>
            <a:pPr algn="l" marL="0" indent="0" lvl="0">
              <a:lnSpc>
                <a:spcPts val="5499"/>
              </a:lnSpc>
            </a:pPr>
            <a:r>
              <a:rPr lang="en-US" sz="5499" spc="-164">
                <a:solidFill>
                  <a:srgbClr val="FFFFFF"/>
                </a:solidFill>
                <a:latin typeface="Inter 2"/>
                <a:ea typeface="Inter 2"/>
                <a:cs typeface="Inter 2"/>
                <a:sym typeface="Inter 2"/>
              </a:rPr>
              <a:t>chickens are</a:t>
            </a:r>
            <a:r>
              <a:rPr lang="en-US" b="true" sz="5499" spc="-164">
                <a:solidFill>
                  <a:srgbClr val="FFFFFF"/>
                </a:solidFill>
                <a:latin typeface="Inter 2 Bold"/>
                <a:ea typeface="Inter 2 Bold"/>
                <a:cs typeface="Inter 2 Bold"/>
                <a:sym typeface="Inter 2 Bold"/>
              </a:rPr>
              <a:t> contaminated </a:t>
            </a:r>
            <a:r>
              <a:rPr lang="en-US" sz="5499" spc="-164">
                <a:solidFill>
                  <a:srgbClr val="FFFFFF"/>
                </a:solidFill>
                <a:latin typeface="Inter 2"/>
                <a:ea typeface="Inter 2"/>
                <a:cs typeface="Inter 2"/>
                <a:sym typeface="Inter 2"/>
              </a:rPr>
              <a:t>with</a:t>
            </a:r>
            <a:r>
              <a:rPr lang="en-US" b="true" sz="5499" spc="-164">
                <a:solidFill>
                  <a:srgbClr val="FFFFFF"/>
                </a:solidFill>
                <a:latin typeface="Inter 2 Bold"/>
                <a:ea typeface="Inter 2 Bold"/>
                <a:cs typeface="Inter 2 Bold"/>
                <a:sym typeface="Inter 2 Bold"/>
              </a:rPr>
              <a:t> </a:t>
            </a:r>
            <a:r>
              <a:rPr lang="en-US" b="true" sz="5499" i="true" spc="-164">
                <a:solidFill>
                  <a:srgbClr val="FFFFFF"/>
                </a:solidFill>
                <a:latin typeface="Inter 2 Bold Italics"/>
                <a:ea typeface="Inter 2 Bold Italics"/>
                <a:cs typeface="Inter 2 Bold Italics"/>
                <a:sym typeface="Inter 2 Bold Italics"/>
              </a:rPr>
              <a:t>Salmonella </a:t>
            </a:r>
            <a:r>
              <a:rPr lang="en-US" b="true" sz="5499" spc="-164">
                <a:solidFill>
                  <a:srgbClr val="FFFFFF"/>
                </a:solidFill>
                <a:latin typeface="Inter 2 Bold"/>
                <a:ea typeface="Inter 2 Bold"/>
                <a:cs typeface="Inter 2 Bold"/>
                <a:sym typeface="Inter 2 Bold"/>
              </a:rPr>
              <a:t>in XXXXX</a:t>
            </a:r>
          </a:p>
        </p:txBody>
      </p:sp>
      <p:sp>
        <p:nvSpPr>
          <p:cNvPr name="TextBox 66" id="66"/>
          <p:cNvSpPr txBox="true"/>
          <p:nvPr/>
        </p:nvSpPr>
        <p:spPr>
          <a:xfrm rot="0">
            <a:off x="13316906" y="4718358"/>
            <a:ext cx="3965486" cy="2192655"/>
          </a:xfrm>
          <a:prstGeom prst="rect">
            <a:avLst/>
          </a:prstGeom>
        </p:spPr>
        <p:txBody>
          <a:bodyPr anchor="t" rtlCol="false" tIns="0" lIns="0" bIns="0" rIns="0">
            <a:spAutoFit/>
          </a:bodyPr>
          <a:lstStyle/>
          <a:p>
            <a:pPr algn="l" marL="0" indent="0" lvl="0">
              <a:lnSpc>
                <a:spcPts val="2520"/>
              </a:lnSpc>
            </a:pPr>
            <a:r>
              <a:rPr lang="en-US" sz="1800" spc="-160">
                <a:solidFill>
                  <a:srgbClr val="FFFFFF"/>
                </a:solidFill>
                <a:latin typeface="Inter 2"/>
                <a:ea typeface="Inter 2"/>
                <a:cs typeface="Inter 2"/>
                <a:sym typeface="Inter 2"/>
              </a:rPr>
              <a:t>Culis ex</a:t>
            </a:r>
            <a:r>
              <a:rPr lang="en-US" sz="1800" spc="-160">
                <a:solidFill>
                  <a:srgbClr val="FFFFFF"/>
                </a:solidFill>
                <a:latin typeface="Inter 2"/>
                <a:ea typeface="Inter 2"/>
                <a:cs typeface="Inter 2"/>
                <a:sym typeface="Inter 2"/>
              </a:rPr>
              <a:t> massa et mauris. Phasellus semper hendrerit tempus. Morbi commodo lacus sit amet ex mattis, a consequat nunc gravida. Proin sit amet tempus eros, vel mattis lacus. Aenean accumsan ullamcorper dignissim. Culis ex massa et mauris. Phasellus semper hendrerit tempus. </a:t>
            </a:r>
          </a:p>
        </p:txBody>
      </p:sp>
      <p:sp>
        <p:nvSpPr>
          <p:cNvPr name="TextBox 67" id="67"/>
          <p:cNvSpPr txBox="true"/>
          <p:nvPr/>
        </p:nvSpPr>
        <p:spPr>
          <a:xfrm rot="0">
            <a:off x="9144000" y="7134542"/>
            <a:ext cx="3965486" cy="1564005"/>
          </a:xfrm>
          <a:prstGeom prst="rect">
            <a:avLst/>
          </a:prstGeom>
        </p:spPr>
        <p:txBody>
          <a:bodyPr anchor="t" rtlCol="false" tIns="0" lIns="0" bIns="0" rIns="0">
            <a:spAutoFit/>
          </a:bodyPr>
          <a:lstStyle/>
          <a:p>
            <a:pPr algn="l" marL="0" indent="0" lvl="0">
              <a:lnSpc>
                <a:spcPts val="2520"/>
              </a:lnSpc>
            </a:pPr>
            <a:r>
              <a:rPr lang="en-US" sz="1800" spc="-160">
                <a:solidFill>
                  <a:srgbClr val="FFFFFF"/>
                </a:solidFill>
                <a:latin typeface="Inter 2"/>
                <a:ea typeface="Inter 2"/>
                <a:cs typeface="Inter 2"/>
                <a:sym typeface="Inter 2"/>
              </a:rPr>
              <a:t>Culis ex</a:t>
            </a:r>
            <a:r>
              <a:rPr lang="en-US" sz="1800" spc="-160">
                <a:solidFill>
                  <a:srgbClr val="FFFFFF"/>
                </a:solidFill>
                <a:latin typeface="Inter 2"/>
                <a:ea typeface="Inter 2"/>
                <a:cs typeface="Inter 2"/>
                <a:sym typeface="Inter 2"/>
              </a:rPr>
              <a:t> massa et mauris. Phasellus semper hendrerit tempus. Morbi commodo lacus sit amet ex mattis, a consequat nunc gravida. Proin sit amet tempus eros, vel mattis lacus. Aenean accumsan ullamcorper dignissim</a:t>
            </a:r>
          </a:p>
        </p:txBody>
      </p:sp>
      <p:sp>
        <p:nvSpPr>
          <p:cNvPr name="TextBox 68" id="68"/>
          <p:cNvSpPr txBox="true"/>
          <p:nvPr/>
        </p:nvSpPr>
        <p:spPr>
          <a:xfrm rot="0">
            <a:off x="9144000" y="4695127"/>
            <a:ext cx="3965486" cy="2192655"/>
          </a:xfrm>
          <a:prstGeom prst="rect">
            <a:avLst/>
          </a:prstGeom>
        </p:spPr>
        <p:txBody>
          <a:bodyPr anchor="t" rtlCol="false" tIns="0" lIns="0" bIns="0" rIns="0">
            <a:spAutoFit/>
          </a:bodyPr>
          <a:lstStyle/>
          <a:p>
            <a:pPr algn="l" marL="0" indent="0" lvl="0">
              <a:lnSpc>
                <a:spcPts val="2520"/>
              </a:lnSpc>
            </a:pPr>
            <a:r>
              <a:rPr lang="en-US" sz="1800" spc="-160">
                <a:solidFill>
                  <a:srgbClr val="FFFFFF"/>
                </a:solidFill>
                <a:latin typeface="Inter 2"/>
                <a:ea typeface="Inter 2"/>
                <a:cs typeface="Inter 2"/>
                <a:sym typeface="Inter 2"/>
              </a:rPr>
              <a:t>Culis ex</a:t>
            </a:r>
            <a:r>
              <a:rPr lang="en-US" sz="1800" spc="-160">
                <a:solidFill>
                  <a:srgbClr val="FFFFFF"/>
                </a:solidFill>
                <a:latin typeface="Inter 2"/>
                <a:ea typeface="Inter 2"/>
                <a:cs typeface="Inter 2"/>
                <a:sym typeface="Inter 2"/>
              </a:rPr>
              <a:t> massa et mauris. Phasellus semper hendrerit tempus. Morbi commodo lacus sit amet ex mattis, a consequat nunc gravida. Proin sit amet tempus eros, vel mattis lacus. Aenean accumsan ullamcorper dignissim. Culis ex massa et mauris. Phasellus semper hendrerit tempus. </a:t>
            </a:r>
          </a:p>
        </p:txBody>
      </p:sp>
      <p:grpSp>
        <p:nvGrpSpPr>
          <p:cNvPr name="Group 69" id="69"/>
          <p:cNvGrpSpPr/>
          <p:nvPr/>
        </p:nvGrpSpPr>
        <p:grpSpPr>
          <a:xfrm rot="0">
            <a:off x="0" y="9279572"/>
            <a:ext cx="18288000" cy="1028700"/>
            <a:chOff x="0" y="0"/>
            <a:chExt cx="4816593" cy="270933"/>
          </a:xfrm>
        </p:grpSpPr>
        <p:sp>
          <p:nvSpPr>
            <p:cNvPr name="Freeform 70" id="70"/>
            <p:cNvSpPr/>
            <p:nvPr/>
          </p:nvSpPr>
          <p:spPr>
            <a:xfrm flipH="false" flipV="false" rot="0">
              <a:off x="0" y="0"/>
              <a:ext cx="4816592" cy="270933"/>
            </a:xfrm>
            <a:custGeom>
              <a:avLst/>
              <a:gdLst/>
              <a:ahLst/>
              <a:cxnLst/>
              <a:rect r="r" b="b" t="t" l="l"/>
              <a:pathLst>
                <a:path h="270933" w="4816592">
                  <a:moveTo>
                    <a:pt x="0" y="0"/>
                  </a:moveTo>
                  <a:lnTo>
                    <a:pt x="4816592" y="0"/>
                  </a:lnTo>
                  <a:lnTo>
                    <a:pt x="4816592" y="270933"/>
                  </a:lnTo>
                  <a:lnTo>
                    <a:pt x="0" y="270933"/>
                  </a:lnTo>
                  <a:close/>
                </a:path>
              </a:pathLst>
            </a:custGeom>
            <a:solidFill>
              <a:srgbClr val="FFFFFF"/>
            </a:solidFill>
          </p:spPr>
        </p:sp>
        <p:sp>
          <p:nvSpPr>
            <p:cNvPr name="TextBox 71" id="71"/>
            <p:cNvSpPr txBox="true"/>
            <p:nvPr/>
          </p:nvSpPr>
          <p:spPr>
            <a:xfrm>
              <a:off x="0" y="47625"/>
              <a:ext cx="4816593" cy="223308"/>
            </a:xfrm>
            <a:prstGeom prst="rect">
              <a:avLst/>
            </a:prstGeom>
          </p:spPr>
          <p:txBody>
            <a:bodyPr anchor="ctr" rtlCol="false" tIns="50800" lIns="50800" bIns="50800" rIns="50800"/>
            <a:lstStyle/>
            <a:p>
              <a:pPr algn="ctr">
                <a:lnSpc>
                  <a:spcPts val="1674"/>
                </a:lnSpc>
              </a:pPr>
            </a:p>
          </p:txBody>
        </p:sp>
      </p:gr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13917878" y="6778455"/>
            <a:ext cx="7716237" cy="6639139"/>
            <a:chOff x="0" y="0"/>
            <a:chExt cx="10288316" cy="8852185"/>
          </a:xfrm>
        </p:grpSpPr>
        <p:grpSp>
          <p:nvGrpSpPr>
            <p:cNvPr name="Group 3" id="3"/>
            <p:cNvGrpSpPr/>
            <p:nvPr/>
          </p:nvGrpSpPr>
          <p:grpSpPr>
            <a:xfrm rot="0">
              <a:off x="177808" y="1952786"/>
              <a:ext cx="9564746" cy="6899398"/>
              <a:chOff x="0" y="0"/>
              <a:chExt cx="1973242" cy="1423371"/>
            </a:xfrm>
          </p:grpSpPr>
          <p:sp>
            <p:nvSpPr>
              <p:cNvPr name="Freeform 4" id="4"/>
              <p:cNvSpPr/>
              <p:nvPr/>
            </p:nvSpPr>
            <p:spPr>
              <a:xfrm flipH="false" flipV="false" rot="0">
                <a:off x="0" y="0"/>
                <a:ext cx="1973242" cy="1423371"/>
              </a:xfrm>
              <a:custGeom>
                <a:avLst/>
                <a:gdLst/>
                <a:ahLst/>
                <a:cxnLst/>
                <a:rect r="r" b="b" t="t" l="l"/>
                <a:pathLst>
                  <a:path h="1423371" w="1973242">
                    <a:moveTo>
                      <a:pt x="0" y="0"/>
                    </a:moveTo>
                    <a:lnTo>
                      <a:pt x="1973242" y="0"/>
                    </a:lnTo>
                    <a:lnTo>
                      <a:pt x="1973242" y="1423371"/>
                    </a:lnTo>
                    <a:lnTo>
                      <a:pt x="0" y="1423371"/>
                    </a:lnTo>
                    <a:close/>
                  </a:path>
                </a:pathLst>
              </a:custGeom>
              <a:solidFill>
                <a:srgbClr val="FFFFFF"/>
              </a:solidFill>
            </p:spPr>
          </p:sp>
          <p:sp>
            <p:nvSpPr>
              <p:cNvPr name="TextBox 5" id="5"/>
              <p:cNvSpPr txBox="true"/>
              <p:nvPr/>
            </p:nvSpPr>
            <p:spPr>
              <a:xfrm>
                <a:off x="0" y="47625"/>
                <a:ext cx="1973242" cy="1375746"/>
              </a:xfrm>
              <a:prstGeom prst="rect">
                <a:avLst/>
              </a:prstGeom>
            </p:spPr>
            <p:txBody>
              <a:bodyPr anchor="ctr" rtlCol="false" tIns="48640" lIns="48640" bIns="48640" rIns="48640"/>
              <a:lstStyle/>
              <a:p>
                <a:pPr algn="ctr">
                  <a:lnSpc>
                    <a:spcPts val="1674"/>
                  </a:lnSpc>
                </a:pPr>
              </a:p>
            </p:txBody>
          </p:sp>
        </p:grpSp>
        <p:sp>
          <p:nvSpPr>
            <p:cNvPr name="Freeform 6" id="6"/>
            <p:cNvSpPr/>
            <p:nvPr/>
          </p:nvSpPr>
          <p:spPr>
            <a:xfrm flipH="false" flipV="false" rot="0">
              <a:off x="0" y="0"/>
              <a:ext cx="10288316" cy="3922698"/>
            </a:xfrm>
            <a:custGeom>
              <a:avLst/>
              <a:gdLst/>
              <a:ahLst/>
              <a:cxnLst/>
              <a:rect r="r" b="b" t="t" l="l"/>
              <a:pathLst>
                <a:path h="3922698" w="10288316">
                  <a:moveTo>
                    <a:pt x="0" y="0"/>
                  </a:moveTo>
                  <a:lnTo>
                    <a:pt x="10288316" y="0"/>
                  </a:lnTo>
                  <a:lnTo>
                    <a:pt x="10288316" y="3922698"/>
                  </a:lnTo>
                  <a:lnTo>
                    <a:pt x="0" y="3922698"/>
                  </a:lnTo>
                  <a:lnTo>
                    <a:pt x="0" y="0"/>
                  </a:lnTo>
                  <a:close/>
                </a:path>
              </a:pathLst>
            </a:custGeom>
            <a:blipFill>
              <a:blip r:embed="rId2"/>
              <a:stretch>
                <a:fillRect l="-19143" t="-82555" r="-21089" b="-5020"/>
              </a:stretch>
            </a:blipFill>
          </p:spPr>
        </p:sp>
      </p:grpSp>
      <p:grpSp>
        <p:nvGrpSpPr>
          <p:cNvPr name="Group 7" id="7"/>
          <p:cNvGrpSpPr/>
          <p:nvPr/>
        </p:nvGrpSpPr>
        <p:grpSpPr>
          <a:xfrm rot="0">
            <a:off x="9445810" y="3233549"/>
            <a:ext cx="8058931" cy="8615370"/>
            <a:chOff x="0" y="0"/>
            <a:chExt cx="10745242" cy="11487160"/>
          </a:xfrm>
        </p:grpSpPr>
        <p:grpSp>
          <p:nvGrpSpPr>
            <p:cNvPr name="Group 8" id="8"/>
            <p:cNvGrpSpPr/>
            <p:nvPr/>
          </p:nvGrpSpPr>
          <p:grpSpPr>
            <a:xfrm rot="0">
              <a:off x="9929249" y="1950614"/>
              <a:ext cx="245992" cy="9420325"/>
              <a:chOff x="0" y="0"/>
              <a:chExt cx="48591" cy="1860805"/>
            </a:xfrm>
          </p:grpSpPr>
          <p:sp>
            <p:nvSpPr>
              <p:cNvPr name="Freeform 9" id="9"/>
              <p:cNvSpPr/>
              <p:nvPr/>
            </p:nvSpPr>
            <p:spPr>
              <a:xfrm flipH="false" flipV="false" rot="0">
                <a:off x="0" y="0"/>
                <a:ext cx="48591" cy="1860805"/>
              </a:xfrm>
              <a:custGeom>
                <a:avLst/>
                <a:gdLst/>
                <a:ahLst/>
                <a:cxnLst/>
                <a:rect r="r" b="b" t="t" l="l"/>
                <a:pathLst>
                  <a:path h="1860805" w="48591">
                    <a:moveTo>
                      <a:pt x="0" y="0"/>
                    </a:moveTo>
                    <a:lnTo>
                      <a:pt x="48591" y="0"/>
                    </a:lnTo>
                    <a:lnTo>
                      <a:pt x="48591" y="1860805"/>
                    </a:lnTo>
                    <a:lnTo>
                      <a:pt x="0" y="1860805"/>
                    </a:lnTo>
                    <a:close/>
                  </a:path>
                </a:pathLst>
              </a:custGeom>
              <a:solidFill>
                <a:srgbClr val="FFFFFF"/>
              </a:solidFill>
            </p:spPr>
          </p:sp>
          <p:sp>
            <p:nvSpPr>
              <p:cNvPr name="TextBox 10" id="10"/>
              <p:cNvSpPr txBox="true"/>
              <p:nvPr/>
            </p:nvSpPr>
            <p:spPr>
              <a:xfrm>
                <a:off x="0" y="47625"/>
                <a:ext cx="48591" cy="1813180"/>
              </a:xfrm>
              <a:prstGeom prst="rect">
                <a:avLst/>
              </a:prstGeom>
            </p:spPr>
            <p:txBody>
              <a:bodyPr anchor="ctr" rtlCol="false" tIns="50800" lIns="50800" bIns="50800" rIns="50800"/>
              <a:lstStyle/>
              <a:p>
                <a:pPr algn="ctr">
                  <a:lnSpc>
                    <a:spcPts val="1674"/>
                  </a:lnSpc>
                </a:pPr>
              </a:p>
            </p:txBody>
          </p:sp>
        </p:grpSp>
        <p:grpSp>
          <p:nvGrpSpPr>
            <p:cNvPr name="Group 11" id="11"/>
            <p:cNvGrpSpPr/>
            <p:nvPr/>
          </p:nvGrpSpPr>
          <p:grpSpPr>
            <a:xfrm rot="0">
              <a:off x="185705" y="2066835"/>
              <a:ext cx="9989537" cy="9420325"/>
              <a:chOff x="0" y="0"/>
              <a:chExt cx="1973242" cy="1860805"/>
            </a:xfrm>
          </p:grpSpPr>
          <p:sp>
            <p:nvSpPr>
              <p:cNvPr name="Freeform 12" id="12"/>
              <p:cNvSpPr/>
              <p:nvPr/>
            </p:nvSpPr>
            <p:spPr>
              <a:xfrm flipH="false" flipV="false" rot="0">
                <a:off x="0" y="0"/>
                <a:ext cx="1973242" cy="1860805"/>
              </a:xfrm>
              <a:custGeom>
                <a:avLst/>
                <a:gdLst/>
                <a:ahLst/>
                <a:cxnLst/>
                <a:rect r="r" b="b" t="t" l="l"/>
                <a:pathLst>
                  <a:path h="1860805" w="1973242">
                    <a:moveTo>
                      <a:pt x="0" y="0"/>
                    </a:moveTo>
                    <a:lnTo>
                      <a:pt x="1973242" y="0"/>
                    </a:lnTo>
                    <a:lnTo>
                      <a:pt x="1973242" y="1860805"/>
                    </a:lnTo>
                    <a:lnTo>
                      <a:pt x="0" y="1860805"/>
                    </a:lnTo>
                    <a:close/>
                  </a:path>
                </a:pathLst>
              </a:custGeom>
              <a:solidFill>
                <a:srgbClr val="FFFFFF"/>
              </a:solidFill>
            </p:spPr>
          </p:sp>
          <p:sp>
            <p:nvSpPr>
              <p:cNvPr name="TextBox 13" id="13"/>
              <p:cNvSpPr txBox="true"/>
              <p:nvPr/>
            </p:nvSpPr>
            <p:spPr>
              <a:xfrm>
                <a:off x="0" y="47625"/>
                <a:ext cx="1973242" cy="1813180"/>
              </a:xfrm>
              <a:prstGeom prst="rect">
                <a:avLst/>
              </a:prstGeom>
            </p:spPr>
            <p:txBody>
              <a:bodyPr anchor="ctr" rtlCol="false" tIns="50800" lIns="50800" bIns="50800" rIns="50800"/>
              <a:lstStyle/>
              <a:p>
                <a:pPr algn="ctr">
                  <a:lnSpc>
                    <a:spcPts val="1674"/>
                  </a:lnSpc>
                </a:pPr>
              </a:p>
            </p:txBody>
          </p:sp>
        </p:grpSp>
        <p:sp>
          <p:nvSpPr>
            <p:cNvPr name="Freeform 14" id="14"/>
            <p:cNvSpPr/>
            <p:nvPr/>
          </p:nvSpPr>
          <p:spPr>
            <a:xfrm flipH="false" flipV="false" rot="0">
              <a:off x="0" y="0"/>
              <a:ext cx="10745242" cy="4096914"/>
            </a:xfrm>
            <a:custGeom>
              <a:avLst/>
              <a:gdLst/>
              <a:ahLst/>
              <a:cxnLst/>
              <a:rect r="r" b="b" t="t" l="l"/>
              <a:pathLst>
                <a:path h="4096914" w="10745242">
                  <a:moveTo>
                    <a:pt x="0" y="0"/>
                  </a:moveTo>
                  <a:lnTo>
                    <a:pt x="10745242" y="0"/>
                  </a:lnTo>
                  <a:lnTo>
                    <a:pt x="10745242" y="4096914"/>
                  </a:lnTo>
                  <a:lnTo>
                    <a:pt x="0" y="4096914"/>
                  </a:lnTo>
                  <a:lnTo>
                    <a:pt x="0" y="0"/>
                  </a:lnTo>
                  <a:close/>
                </a:path>
              </a:pathLst>
            </a:custGeom>
            <a:blipFill>
              <a:blip r:embed="rId2"/>
              <a:stretch>
                <a:fillRect l="-19143" t="-82555" r="-21089" b="-5020"/>
              </a:stretch>
            </a:blipFill>
          </p:spPr>
        </p:sp>
      </p:grpSp>
      <p:grpSp>
        <p:nvGrpSpPr>
          <p:cNvPr name="Group 15" id="15"/>
          <p:cNvGrpSpPr/>
          <p:nvPr/>
        </p:nvGrpSpPr>
        <p:grpSpPr>
          <a:xfrm rot="0">
            <a:off x="5202502" y="7178505"/>
            <a:ext cx="7716237" cy="6639139"/>
            <a:chOff x="0" y="0"/>
            <a:chExt cx="10288316" cy="8852185"/>
          </a:xfrm>
        </p:grpSpPr>
        <p:grpSp>
          <p:nvGrpSpPr>
            <p:cNvPr name="Group 16" id="16"/>
            <p:cNvGrpSpPr/>
            <p:nvPr/>
          </p:nvGrpSpPr>
          <p:grpSpPr>
            <a:xfrm rot="0">
              <a:off x="177808" y="1952786"/>
              <a:ext cx="9564746" cy="6899398"/>
              <a:chOff x="0" y="0"/>
              <a:chExt cx="1973242" cy="1423371"/>
            </a:xfrm>
          </p:grpSpPr>
          <p:sp>
            <p:nvSpPr>
              <p:cNvPr name="Freeform 17" id="17"/>
              <p:cNvSpPr/>
              <p:nvPr/>
            </p:nvSpPr>
            <p:spPr>
              <a:xfrm flipH="false" flipV="false" rot="0">
                <a:off x="0" y="0"/>
                <a:ext cx="1973242" cy="1423371"/>
              </a:xfrm>
              <a:custGeom>
                <a:avLst/>
                <a:gdLst/>
                <a:ahLst/>
                <a:cxnLst/>
                <a:rect r="r" b="b" t="t" l="l"/>
                <a:pathLst>
                  <a:path h="1423371" w="1973242">
                    <a:moveTo>
                      <a:pt x="0" y="0"/>
                    </a:moveTo>
                    <a:lnTo>
                      <a:pt x="1973242" y="0"/>
                    </a:lnTo>
                    <a:lnTo>
                      <a:pt x="1973242" y="1423371"/>
                    </a:lnTo>
                    <a:lnTo>
                      <a:pt x="0" y="1423371"/>
                    </a:lnTo>
                    <a:close/>
                  </a:path>
                </a:pathLst>
              </a:custGeom>
              <a:solidFill>
                <a:srgbClr val="FFFFFF"/>
              </a:solidFill>
            </p:spPr>
          </p:sp>
          <p:sp>
            <p:nvSpPr>
              <p:cNvPr name="TextBox 18" id="18"/>
              <p:cNvSpPr txBox="true"/>
              <p:nvPr/>
            </p:nvSpPr>
            <p:spPr>
              <a:xfrm>
                <a:off x="0" y="47625"/>
                <a:ext cx="1973242" cy="1375746"/>
              </a:xfrm>
              <a:prstGeom prst="rect">
                <a:avLst/>
              </a:prstGeom>
            </p:spPr>
            <p:txBody>
              <a:bodyPr anchor="ctr" rtlCol="false" tIns="48640" lIns="48640" bIns="48640" rIns="48640"/>
              <a:lstStyle/>
              <a:p>
                <a:pPr algn="ctr">
                  <a:lnSpc>
                    <a:spcPts val="1674"/>
                  </a:lnSpc>
                </a:pPr>
              </a:p>
            </p:txBody>
          </p:sp>
        </p:grpSp>
        <p:sp>
          <p:nvSpPr>
            <p:cNvPr name="Freeform 19" id="19"/>
            <p:cNvSpPr/>
            <p:nvPr/>
          </p:nvSpPr>
          <p:spPr>
            <a:xfrm flipH="false" flipV="false" rot="0">
              <a:off x="0" y="0"/>
              <a:ext cx="10288316" cy="3922698"/>
            </a:xfrm>
            <a:custGeom>
              <a:avLst/>
              <a:gdLst/>
              <a:ahLst/>
              <a:cxnLst/>
              <a:rect r="r" b="b" t="t" l="l"/>
              <a:pathLst>
                <a:path h="3922698" w="10288316">
                  <a:moveTo>
                    <a:pt x="0" y="0"/>
                  </a:moveTo>
                  <a:lnTo>
                    <a:pt x="10288316" y="0"/>
                  </a:lnTo>
                  <a:lnTo>
                    <a:pt x="10288316" y="3922698"/>
                  </a:lnTo>
                  <a:lnTo>
                    <a:pt x="0" y="3922698"/>
                  </a:lnTo>
                  <a:lnTo>
                    <a:pt x="0" y="0"/>
                  </a:lnTo>
                  <a:close/>
                </a:path>
              </a:pathLst>
            </a:custGeom>
            <a:blipFill>
              <a:blip r:embed="rId2"/>
              <a:stretch>
                <a:fillRect l="-19143" t="-82555" r="-21089" b="-5020"/>
              </a:stretch>
            </a:blipFill>
          </p:spPr>
        </p:sp>
      </p:grpSp>
      <p:sp>
        <p:nvSpPr>
          <p:cNvPr name="Freeform 20" id="20"/>
          <p:cNvSpPr/>
          <p:nvPr/>
        </p:nvSpPr>
        <p:spPr>
          <a:xfrm flipH="false" flipV="false" rot="0">
            <a:off x="11202620" y="1073304"/>
            <a:ext cx="4360432" cy="5151278"/>
          </a:xfrm>
          <a:custGeom>
            <a:avLst/>
            <a:gdLst/>
            <a:ahLst/>
            <a:cxnLst/>
            <a:rect r="r" b="b" t="t" l="l"/>
            <a:pathLst>
              <a:path h="5151278" w="4360432">
                <a:moveTo>
                  <a:pt x="0" y="0"/>
                </a:moveTo>
                <a:lnTo>
                  <a:pt x="4360432" y="0"/>
                </a:lnTo>
                <a:lnTo>
                  <a:pt x="4360432" y="5151278"/>
                </a:lnTo>
                <a:lnTo>
                  <a:pt x="0" y="5151278"/>
                </a:lnTo>
                <a:lnTo>
                  <a:pt x="0" y="0"/>
                </a:lnTo>
                <a:close/>
              </a:path>
            </a:pathLst>
          </a:custGeom>
          <a:blipFill>
            <a:blip r:embed="rId3"/>
            <a:stretch>
              <a:fillRect l="-60082" t="0" r="-71558" b="0"/>
            </a:stretch>
          </a:blipFill>
        </p:spPr>
      </p:sp>
      <p:sp>
        <p:nvSpPr>
          <p:cNvPr name="TextBox 21" id="21"/>
          <p:cNvSpPr txBox="true"/>
          <p:nvPr/>
        </p:nvSpPr>
        <p:spPr>
          <a:xfrm rot="0">
            <a:off x="14071030" y="6083529"/>
            <a:ext cx="2684548" cy="2133219"/>
          </a:xfrm>
          <a:prstGeom prst="rect">
            <a:avLst/>
          </a:prstGeom>
        </p:spPr>
        <p:txBody>
          <a:bodyPr anchor="t" rtlCol="false" tIns="0" lIns="0" bIns="0" rIns="0">
            <a:spAutoFit/>
          </a:bodyPr>
          <a:lstStyle/>
          <a:p>
            <a:pPr algn="r">
              <a:lnSpc>
                <a:spcPts val="3348"/>
              </a:lnSpc>
            </a:pPr>
            <a:r>
              <a:rPr lang="en-US" b="true" sz="3600" spc="-107">
                <a:solidFill>
                  <a:srgbClr val="CA0013"/>
                </a:solidFill>
                <a:latin typeface="Inter 2 Bold"/>
                <a:ea typeface="Inter 2 Bold"/>
                <a:cs typeface="Inter 2 Bold"/>
                <a:sym typeface="Inter 2 Bold"/>
              </a:rPr>
              <a:t>50% OF BUYERS PRIORITIZE AUTHENTIC </a:t>
            </a:r>
          </a:p>
          <a:p>
            <a:pPr algn="r" marL="0" indent="0" lvl="0">
              <a:lnSpc>
                <a:spcPts val="3348"/>
              </a:lnSpc>
            </a:pPr>
            <a:r>
              <a:rPr lang="en-US" b="true" sz="3600" spc="-107">
                <a:solidFill>
                  <a:srgbClr val="CA0013"/>
                </a:solidFill>
                <a:latin typeface="Inter 2 Bold"/>
                <a:ea typeface="Inter 2 Bold"/>
                <a:cs typeface="Inter 2 Bold"/>
                <a:sym typeface="Inter 2 Bold"/>
              </a:rPr>
              <a:t>CONTENT.</a:t>
            </a:r>
          </a:p>
        </p:txBody>
      </p:sp>
      <p:sp>
        <p:nvSpPr>
          <p:cNvPr name="TextBox 22" id="22"/>
          <p:cNvSpPr txBox="true"/>
          <p:nvPr/>
        </p:nvSpPr>
        <p:spPr>
          <a:xfrm rot="0">
            <a:off x="6777611" y="1404074"/>
            <a:ext cx="2461639" cy="712470"/>
          </a:xfrm>
          <a:prstGeom prst="rect">
            <a:avLst/>
          </a:prstGeom>
        </p:spPr>
        <p:txBody>
          <a:bodyPr anchor="t" rtlCol="false" tIns="0" lIns="0" bIns="0" rIns="0">
            <a:spAutoFit/>
          </a:bodyPr>
          <a:lstStyle/>
          <a:p>
            <a:pPr algn="l" marL="0" indent="0" lvl="0">
              <a:lnSpc>
                <a:spcPts val="5114"/>
              </a:lnSpc>
            </a:pPr>
            <a:r>
              <a:rPr lang="en-US" b="true" sz="5499" spc="-164">
                <a:solidFill>
                  <a:srgbClr val="CA0013"/>
                </a:solidFill>
                <a:latin typeface="Inter 2 Bold"/>
                <a:ea typeface="Inter 2 Bold"/>
                <a:cs typeface="Inter 2 Bold"/>
                <a:sym typeface="Inter 2 Bold"/>
              </a:rPr>
              <a:t>(02)</a:t>
            </a:r>
          </a:p>
        </p:txBody>
      </p:sp>
      <p:sp>
        <p:nvSpPr>
          <p:cNvPr name="TextBox 23" id="23"/>
          <p:cNvSpPr txBox="true"/>
          <p:nvPr/>
        </p:nvSpPr>
        <p:spPr>
          <a:xfrm rot="0">
            <a:off x="1028700" y="4942577"/>
            <a:ext cx="4164277" cy="1564005"/>
          </a:xfrm>
          <a:prstGeom prst="rect">
            <a:avLst/>
          </a:prstGeom>
        </p:spPr>
        <p:txBody>
          <a:bodyPr anchor="t" rtlCol="false" tIns="0" lIns="0" bIns="0" rIns="0">
            <a:spAutoFit/>
          </a:bodyPr>
          <a:lstStyle/>
          <a:p>
            <a:pPr algn="l" marL="0" indent="0" lvl="0">
              <a:lnSpc>
                <a:spcPts val="2520"/>
              </a:lnSpc>
            </a:pPr>
            <a:r>
              <a:rPr lang="en-US" sz="1800" spc="-160">
                <a:solidFill>
                  <a:srgbClr val="FFFFFF"/>
                </a:solidFill>
                <a:latin typeface="Inter 2"/>
                <a:ea typeface="Inter 2"/>
                <a:cs typeface="Inter 2"/>
                <a:sym typeface="Inter 2"/>
              </a:rPr>
              <a:t>Culis ex</a:t>
            </a:r>
            <a:r>
              <a:rPr lang="en-US" sz="1800" spc="-160">
                <a:solidFill>
                  <a:srgbClr val="FFFFFF"/>
                </a:solidFill>
                <a:latin typeface="Inter 2"/>
                <a:ea typeface="Inter 2"/>
                <a:cs typeface="Inter 2"/>
                <a:sym typeface="Inter 2"/>
              </a:rPr>
              <a:t> massa et mauris. Phasellus semper hendrerit tempus. Morbi commodo lacus sit amet ex mattis, a consequat nunc gravida. Proin sit amet tempus eros, vel mattis lacus. Aenean accumsan ullamcorper dignissim.</a:t>
            </a:r>
          </a:p>
        </p:txBody>
      </p:sp>
      <p:sp>
        <p:nvSpPr>
          <p:cNvPr name="TextBox 24" id="24"/>
          <p:cNvSpPr txBox="true"/>
          <p:nvPr/>
        </p:nvSpPr>
        <p:spPr>
          <a:xfrm rot="0">
            <a:off x="1028700" y="6916410"/>
            <a:ext cx="4164277" cy="1564005"/>
          </a:xfrm>
          <a:prstGeom prst="rect">
            <a:avLst/>
          </a:prstGeom>
        </p:spPr>
        <p:txBody>
          <a:bodyPr anchor="t" rtlCol="false" tIns="0" lIns="0" bIns="0" rIns="0">
            <a:spAutoFit/>
          </a:bodyPr>
          <a:lstStyle/>
          <a:p>
            <a:pPr algn="l" marL="0" indent="0" lvl="0">
              <a:lnSpc>
                <a:spcPts val="2520"/>
              </a:lnSpc>
            </a:pPr>
            <a:r>
              <a:rPr lang="en-US" sz="1800" spc="-160">
                <a:solidFill>
                  <a:srgbClr val="FFFFFF"/>
                </a:solidFill>
                <a:latin typeface="Inter 2"/>
                <a:ea typeface="Inter 2"/>
                <a:cs typeface="Inter 2"/>
                <a:sym typeface="Inter 2"/>
              </a:rPr>
              <a:t>Culis ex</a:t>
            </a:r>
            <a:r>
              <a:rPr lang="en-US" sz="1800" spc="-160">
                <a:solidFill>
                  <a:srgbClr val="FFFFFF"/>
                </a:solidFill>
                <a:latin typeface="Inter 2"/>
                <a:ea typeface="Inter 2"/>
                <a:cs typeface="Inter 2"/>
                <a:sym typeface="Inter 2"/>
              </a:rPr>
              <a:t> massa et mauris. Phasellus semper hendrerit tempus. Morbi commodo lacus sit amet ex mattis, a consequat nunc gravida. Proin sit amet tempus eros, vel mattis lacus. Aenean accumsan ullamcorper dignissim.</a:t>
            </a:r>
          </a:p>
        </p:txBody>
      </p:sp>
      <p:sp>
        <p:nvSpPr>
          <p:cNvPr name="TextBox 25" id="25"/>
          <p:cNvSpPr txBox="true"/>
          <p:nvPr/>
        </p:nvSpPr>
        <p:spPr>
          <a:xfrm rot="0">
            <a:off x="1013256" y="1700376"/>
            <a:ext cx="7933664" cy="2344421"/>
          </a:xfrm>
          <a:prstGeom prst="rect">
            <a:avLst/>
          </a:prstGeom>
        </p:spPr>
        <p:txBody>
          <a:bodyPr anchor="t" rtlCol="false" tIns="0" lIns="0" bIns="0" rIns="0">
            <a:spAutoFit/>
          </a:bodyPr>
          <a:lstStyle/>
          <a:p>
            <a:pPr algn="l" marL="0" indent="0" lvl="0">
              <a:lnSpc>
                <a:spcPts val="8690"/>
              </a:lnSpc>
            </a:pPr>
            <a:r>
              <a:rPr lang="en-US" b="true" sz="11000" spc="-1298">
                <a:solidFill>
                  <a:srgbClr val="FFFFFF"/>
                </a:solidFill>
                <a:latin typeface="Inter 2 Bold"/>
                <a:ea typeface="Inter 2 Bold"/>
                <a:cs typeface="Inter 2 Bold"/>
                <a:sym typeface="Inter 2 Bold"/>
              </a:rPr>
              <a:t>PROBLEM STATEMENT</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TextBox 2" id="2"/>
          <p:cNvSpPr txBox="true"/>
          <p:nvPr/>
        </p:nvSpPr>
        <p:spPr>
          <a:xfrm rot="0">
            <a:off x="6968111" y="1405101"/>
            <a:ext cx="2461639" cy="712470"/>
          </a:xfrm>
          <a:prstGeom prst="rect">
            <a:avLst/>
          </a:prstGeom>
        </p:spPr>
        <p:txBody>
          <a:bodyPr anchor="t" rtlCol="false" tIns="0" lIns="0" bIns="0" rIns="0">
            <a:spAutoFit/>
          </a:bodyPr>
          <a:lstStyle/>
          <a:p>
            <a:pPr algn="l" marL="0" indent="0" lvl="0">
              <a:lnSpc>
                <a:spcPts val="5114"/>
              </a:lnSpc>
            </a:pPr>
            <a:r>
              <a:rPr lang="en-US" b="true" sz="5499" spc="-164">
                <a:solidFill>
                  <a:srgbClr val="CA0013"/>
                </a:solidFill>
                <a:latin typeface="Inter 2 Bold"/>
                <a:ea typeface="Inter 2 Bold"/>
                <a:cs typeface="Inter 2 Bold"/>
                <a:sym typeface="Inter 2 Bold"/>
              </a:rPr>
              <a:t>(02)</a:t>
            </a:r>
          </a:p>
        </p:txBody>
      </p:sp>
      <p:sp>
        <p:nvSpPr>
          <p:cNvPr name="TextBox 3" id="3"/>
          <p:cNvSpPr txBox="true"/>
          <p:nvPr/>
        </p:nvSpPr>
        <p:spPr>
          <a:xfrm rot="0">
            <a:off x="1028700" y="4942577"/>
            <a:ext cx="4164277" cy="1564005"/>
          </a:xfrm>
          <a:prstGeom prst="rect">
            <a:avLst/>
          </a:prstGeom>
        </p:spPr>
        <p:txBody>
          <a:bodyPr anchor="t" rtlCol="false" tIns="0" lIns="0" bIns="0" rIns="0">
            <a:spAutoFit/>
          </a:bodyPr>
          <a:lstStyle/>
          <a:p>
            <a:pPr algn="l" marL="0" indent="0" lvl="0">
              <a:lnSpc>
                <a:spcPts val="2520"/>
              </a:lnSpc>
            </a:pPr>
            <a:r>
              <a:rPr lang="en-US" sz="1800" spc="-160">
                <a:solidFill>
                  <a:srgbClr val="FFFFFF"/>
                </a:solidFill>
                <a:latin typeface="Inter 2"/>
                <a:ea typeface="Inter 2"/>
                <a:cs typeface="Inter 2"/>
                <a:sym typeface="Inter 2"/>
              </a:rPr>
              <a:t>Culis ex</a:t>
            </a:r>
            <a:r>
              <a:rPr lang="en-US" sz="1800" spc="-160">
                <a:solidFill>
                  <a:srgbClr val="FFFFFF"/>
                </a:solidFill>
                <a:latin typeface="Inter 2"/>
                <a:ea typeface="Inter 2"/>
                <a:cs typeface="Inter 2"/>
                <a:sym typeface="Inter 2"/>
              </a:rPr>
              <a:t> massa et mauris. Phasellus semper hendrerit tempus. Morbi commodo lacus sit amet ex mattis, a consequat nunc gravida. Proin sit amet tempus eros, vel mattis lacus. Aenean accumsan ullamcorper dignissim.</a:t>
            </a:r>
          </a:p>
        </p:txBody>
      </p:sp>
      <p:sp>
        <p:nvSpPr>
          <p:cNvPr name="TextBox 4" id="4"/>
          <p:cNvSpPr txBox="true"/>
          <p:nvPr/>
        </p:nvSpPr>
        <p:spPr>
          <a:xfrm rot="0">
            <a:off x="5496886" y="4942577"/>
            <a:ext cx="4164277" cy="1564005"/>
          </a:xfrm>
          <a:prstGeom prst="rect">
            <a:avLst/>
          </a:prstGeom>
        </p:spPr>
        <p:txBody>
          <a:bodyPr anchor="t" rtlCol="false" tIns="0" lIns="0" bIns="0" rIns="0">
            <a:spAutoFit/>
          </a:bodyPr>
          <a:lstStyle/>
          <a:p>
            <a:pPr algn="l" marL="0" indent="0" lvl="0">
              <a:lnSpc>
                <a:spcPts val="2520"/>
              </a:lnSpc>
            </a:pPr>
            <a:r>
              <a:rPr lang="en-US" sz="1800" spc="-160">
                <a:solidFill>
                  <a:srgbClr val="FFFFFF"/>
                </a:solidFill>
                <a:latin typeface="Inter 2"/>
                <a:ea typeface="Inter 2"/>
                <a:cs typeface="Inter 2"/>
                <a:sym typeface="Inter 2"/>
              </a:rPr>
              <a:t>Culis ex</a:t>
            </a:r>
            <a:r>
              <a:rPr lang="en-US" sz="1800" spc="-160">
                <a:solidFill>
                  <a:srgbClr val="FFFFFF"/>
                </a:solidFill>
                <a:latin typeface="Inter 2"/>
                <a:ea typeface="Inter 2"/>
                <a:cs typeface="Inter 2"/>
                <a:sym typeface="Inter 2"/>
              </a:rPr>
              <a:t> massa et mauris. Phasellus semper hendrerit tempus. Morbi commodo lacus sit amet ex mattis, a consequat nunc gravida. Proin sit amet tempus eros, vel mattis lacus. Aenean accumsan ullamcorper dignissim.</a:t>
            </a:r>
          </a:p>
        </p:txBody>
      </p:sp>
      <p:sp>
        <p:nvSpPr>
          <p:cNvPr name="TextBox 5" id="5"/>
          <p:cNvSpPr txBox="true"/>
          <p:nvPr/>
        </p:nvSpPr>
        <p:spPr>
          <a:xfrm rot="0">
            <a:off x="12955677" y="4942577"/>
            <a:ext cx="4164277" cy="1564005"/>
          </a:xfrm>
          <a:prstGeom prst="rect">
            <a:avLst/>
          </a:prstGeom>
        </p:spPr>
        <p:txBody>
          <a:bodyPr anchor="t" rtlCol="false" tIns="0" lIns="0" bIns="0" rIns="0">
            <a:spAutoFit/>
          </a:bodyPr>
          <a:lstStyle/>
          <a:p>
            <a:pPr algn="l" marL="0" indent="0" lvl="0">
              <a:lnSpc>
                <a:spcPts val="2520"/>
              </a:lnSpc>
            </a:pPr>
            <a:r>
              <a:rPr lang="en-US" sz="1800" spc="-160">
                <a:solidFill>
                  <a:srgbClr val="FFFFFF"/>
                </a:solidFill>
                <a:latin typeface="Inter 2"/>
                <a:ea typeface="Inter 2"/>
                <a:cs typeface="Inter 2"/>
                <a:sym typeface="Inter 2"/>
              </a:rPr>
              <a:t>Culis ex</a:t>
            </a:r>
            <a:r>
              <a:rPr lang="en-US" sz="1800" spc="-160">
                <a:solidFill>
                  <a:srgbClr val="FFFFFF"/>
                </a:solidFill>
                <a:latin typeface="Inter 2"/>
                <a:ea typeface="Inter 2"/>
                <a:cs typeface="Inter 2"/>
                <a:sym typeface="Inter 2"/>
              </a:rPr>
              <a:t> massa et mauris. Phasellus semper hendrerit tempus. Morbi commodo lacus sit amet ex mattis, a consequat nunc gravida. Proin sit amet tempus eros, vel mattis lacus. Aenean accumsan ullamcorper dignissim.</a:t>
            </a:r>
          </a:p>
        </p:txBody>
      </p:sp>
      <p:sp>
        <p:nvSpPr>
          <p:cNvPr name="TextBox 6" id="6"/>
          <p:cNvSpPr txBox="true"/>
          <p:nvPr/>
        </p:nvSpPr>
        <p:spPr>
          <a:xfrm rot="0">
            <a:off x="1028700" y="6916410"/>
            <a:ext cx="4164277" cy="1564005"/>
          </a:xfrm>
          <a:prstGeom prst="rect">
            <a:avLst/>
          </a:prstGeom>
        </p:spPr>
        <p:txBody>
          <a:bodyPr anchor="t" rtlCol="false" tIns="0" lIns="0" bIns="0" rIns="0">
            <a:spAutoFit/>
          </a:bodyPr>
          <a:lstStyle/>
          <a:p>
            <a:pPr algn="l" marL="0" indent="0" lvl="0">
              <a:lnSpc>
                <a:spcPts val="2520"/>
              </a:lnSpc>
            </a:pPr>
            <a:r>
              <a:rPr lang="en-US" sz="1800" spc="-160">
                <a:solidFill>
                  <a:srgbClr val="FFFFFF"/>
                </a:solidFill>
                <a:latin typeface="Inter 2"/>
                <a:ea typeface="Inter 2"/>
                <a:cs typeface="Inter 2"/>
                <a:sym typeface="Inter 2"/>
              </a:rPr>
              <a:t>Culis ex</a:t>
            </a:r>
            <a:r>
              <a:rPr lang="en-US" sz="1800" spc="-160">
                <a:solidFill>
                  <a:srgbClr val="FFFFFF"/>
                </a:solidFill>
                <a:latin typeface="Inter 2"/>
                <a:ea typeface="Inter 2"/>
                <a:cs typeface="Inter 2"/>
                <a:sym typeface="Inter 2"/>
              </a:rPr>
              <a:t> massa et mauris. Phasellus semper hendrerit tempus. Morbi commodo lacus sit amet ex mattis, a consequat nunc gravida. Proin sit amet tempus eros, vel mattis lacus. Aenean accumsan ullamcorper dignissim.</a:t>
            </a:r>
          </a:p>
        </p:txBody>
      </p:sp>
      <p:sp>
        <p:nvSpPr>
          <p:cNvPr name="TextBox 7" id="7"/>
          <p:cNvSpPr txBox="true"/>
          <p:nvPr/>
        </p:nvSpPr>
        <p:spPr>
          <a:xfrm rot="0">
            <a:off x="5496886" y="6916410"/>
            <a:ext cx="4164277" cy="1564005"/>
          </a:xfrm>
          <a:prstGeom prst="rect">
            <a:avLst/>
          </a:prstGeom>
        </p:spPr>
        <p:txBody>
          <a:bodyPr anchor="t" rtlCol="false" tIns="0" lIns="0" bIns="0" rIns="0">
            <a:spAutoFit/>
          </a:bodyPr>
          <a:lstStyle/>
          <a:p>
            <a:pPr algn="l" marL="0" indent="0" lvl="0">
              <a:lnSpc>
                <a:spcPts val="2520"/>
              </a:lnSpc>
            </a:pPr>
            <a:r>
              <a:rPr lang="en-US" sz="1800" spc="-160">
                <a:solidFill>
                  <a:srgbClr val="FFFFFF"/>
                </a:solidFill>
                <a:latin typeface="Inter 2"/>
                <a:ea typeface="Inter 2"/>
                <a:cs typeface="Inter 2"/>
                <a:sym typeface="Inter 2"/>
              </a:rPr>
              <a:t>Culis ex</a:t>
            </a:r>
            <a:r>
              <a:rPr lang="en-US" sz="1800" spc="-160">
                <a:solidFill>
                  <a:srgbClr val="FFFFFF"/>
                </a:solidFill>
                <a:latin typeface="Inter 2"/>
                <a:ea typeface="Inter 2"/>
                <a:cs typeface="Inter 2"/>
                <a:sym typeface="Inter 2"/>
              </a:rPr>
              <a:t> massa et mauris. Phasellus semper hendrerit tempus. Morbi commodo lacus sit amet ex mattis, a consequat nunc gravida. Proin sit amet tempus eros, vel mattis lacus. Aenean accumsan ullamcorper dignissim.</a:t>
            </a:r>
          </a:p>
        </p:txBody>
      </p:sp>
      <p:sp>
        <p:nvSpPr>
          <p:cNvPr name="TextBox 8" id="8"/>
          <p:cNvSpPr txBox="true"/>
          <p:nvPr/>
        </p:nvSpPr>
        <p:spPr>
          <a:xfrm rot="0">
            <a:off x="12955677" y="6916410"/>
            <a:ext cx="4164277" cy="1564005"/>
          </a:xfrm>
          <a:prstGeom prst="rect">
            <a:avLst/>
          </a:prstGeom>
        </p:spPr>
        <p:txBody>
          <a:bodyPr anchor="t" rtlCol="false" tIns="0" lIns="0" bIns="0" rIns="0">
            <a:spAutoFit/>
          </a:bodyPr>
          <a:lstStyle/>
          <a:p>
            <a:pPr algn="l" marL="0" indent="0" lvl="0">
              <a:lnSpc>
                <a:spcPts val="2520"/>
              </a:lnSpc>
            </a:pPr>
            <a:r>
              <a:rPr lang="en-US" sz="1800" spc="-160">
                <a:solidFill>
                  <a:srgbClr val="FFFFFF"/>
                </a:solidFill>
                <a:latin typeface="Inter 2"/>
                <a:ea typeface="Inter 2"/>
                <a:cs typeface="Inter 2"/>
                <a:sym typeface="Inter 2"/>
              </a:rPr>
              <a:t>Culis ex</a:t>
            </a:r>
            <a:r>
              <a:rPr lang="en-US" sz="1800" spc="-160">
                <a:solidFill>
                  <a:srgbClr val="FFFFFF"/>
                </a:solidFill>
                <a:latin typeface="Inter 2"/>
                <a:ea typeface="Inter 2"/>
                <a:cs typeface="Inter 2"/>
                <a:sym typeface="Inter 2"/>
              </a:rPr>
              <a:t> massa et mauris. Phasellus semper hendrerit tempus. Morbi commodo lacus sit amet ex mattis, a consequat nunc gravida. Proin sit amet tempus eros, vel mattis lacus. Aenean accumsan ullamcorper dignissim.</a:t>
            </a:r>
          </a:p>
        </p:txBody>
      </p:sp>
      <p:sp>
        <p:nvSpPr>
          <p:cNvPr name="TextBox 9" id="9"/>
          <p:cNvSpPr txBox="true"/>
          <p:nvPr/>
        </p:nvSpPr>
        <p:spPr>
          <a:xfrm rot="0">
            <a:off x="1013256" y="1700376"/>
            <a:ext cx="7933664" cy="2344421"/>
          </a:xfrm>
          <a:prstGeom prst="rect">
            <a:avLst/>
          </a:prstGeom>
        </p:spPr>
        <p:txBody>
          <a:bodyPr anchor="t" rtlCol="false" tIns="0" lIns="0" bIns="0" rIns="0">
            <a:spAutoFit/>
          </a:bodyPr>
          <a:lstStyle/>
          <a:p>
            <a:pPr algn="l">
              <a:lnSpc>
                <a:spcPts val="8690"/>
              </a:lnSpc>
            </a:pPr>
            <a:r>
              <a:rPr lang="en-US" b="true" sz="11000" spc="-1298">
                <a:solidFill>
                  <a:srgbClr val="FFFFFF"/>
                </a:solidFill>
                <a:latin typeface="Inter 2 Bold"/>
                <a:ea typeface="Inter 2 Bold"/>
                <a:cs typeface="Inter 2 Bold"/>
                <a:sym typeface="Inter 2 Bold"/>
              </a:rPr>
              <a:t>CONTENT </a:t>
            </a:r>
          </a:p>
          <a:p>
            <a:pPr algn="l" marL="0" indent="0" lvl="0">
              <a:lnSpc>
                <a:spcPts val="8690"/>
              </a:lnSpc>
            </a:pPr>
            <a:r>
              <a:rPr lang="en-US" b="true" sz="11000" spc="-1298">
                <a:solidFill>
                  <a:srgbClr val="FFFFFF"/>
                </a:solidFill>
                <a:latin typeface="Inter 2 Bold"/>
                <a:ea typeface="Inter 2 Bold"/>
                <a:cs typeface="Inter 2 Bold"/>
                <a:sym typeface="Inter 2 Bold"/>
              </a:rPr>
              <a:t>HEAVY</a:t>
            </a:r>
          </a:p>
        </p:txBody>
      </p:sp>
      <p:sp>
        <p:nvSpPr>
          <p:cNvPr name="Freeform 10" id="10"/>
          <p:cNvSpPr/>
          <p:nvPr/>
        </p:nvSpPr>
        <p:spPr>
          <a:xfrm flipH="false" flipV="false" rot="0">
            <a:off x="116549" y="-2194859"/>
            <a:ext cx="2961081" cy="4108332"/>
          </a:xfrm>
          <a:custGeom>
            <a:avLst/>
            <a:gdLst/>
            <a:ahLst/>
            <a:cxnLst/>
            <a:rect r="r" b="b" t="t" l="l"/>
            <a:pathLst>
              <a:path h="4108332" w="2961081">
                <a:moveTo>
                  <a:pt x="0" y="0"/>
                </a:moveTo>
                <a:lnTo>
                  <a:pt x="2961081" y="0"/>
                </a:lnTo>
                <a:lnTo>
                  <a:pt x="2961081" y="4108332"/>
                </a:lnTo>
                <a:lnTo>
                  <a:pt x="0" y="4108332"/>
                </a:lnTo>
                <a:lnTo>
                  <a:pt x="0" y="0"/>
                </a:lnTo>
                <a:close/>
              </a:path>
            </a:pathLst>
          </a:custGeom>
          <a:blipFill>
            <a:blip r:embed="rId2"/>
            <a:stretch>
              <a:fillRect l="-68631" t="-10493" r="-68631" b="-10493"/>
            </a:stretch>
          </a:blipFill>
        </p:spPr>
      </p:sp>
      <p:sp>
        <p:nvSpPr>
          <p:cNvPr name="Freeform 11" id="11"/>
          <p:cNvSpPr/>
          <p:nvPr/>
        </p:nvSpPr>
        <p:spPr>
          <a:xfrm flipH="true" flipV="false" rot="0">
            <a:off x="13815405" y="7986848"/>
            <a:ext cx="7500198" cy="5306390"/>
          </a:xfrm>
          <a:custGeom>
            <a:avLst/>
            <a:gdLst/>
            <a:ahLst/>
            <a:cxnLst/>
            <a:rect r="r" b="b" t="t" l="l"/>
            <a:pathLst>
              <a:path h="5306390" w="7500198">
                <a:moveTo>
                  <a:pt x="7500198" y="0"/>
                </a:moveTo>
                <a:lnTo>
                  <a:pt x="0" y="0"/>
                </a:lnTo>
                <a:lnTo>
                  <a:pt x="0" y="5306390"/>
                </a:lnTo>
                <a:lnTo>
                  <a:pt x="7500198" y="5306390"/>
                </a:lnTo>
                <a:lnTo>
                  <a:pt x="7500198" y="0"/>
                </a:lnTo>
                <a:close/>
              </a:path>
            </a:pathLst>
          </a:custGeom>
          <a:blipFill>
            <a:blip r:embed="rId3"/>
            <a:stretch>
              <a:fillRect l="0" t="0" r="0" b="0"/>
            </a:stretch>
          </a:blipFill>
        </p:spPr>
      </p:sp>
      <p:sp>
        <p:nvSpPr>
          <p:cNvPr name="Freeform 12" id="12"/>
          <p:cNvSpPr/>
          <p:nvPr/>
        </p:nvSpPr>
        <p:spPr>
          <a:xfrm flipH="true" flipV="false" rot="1861687">
            <a:off x="13996380" y="1799351"/>
            <a:ext cx="2687208" cy="2439054"/>
          </a:xfrm>
          <a:custGeom>
            <a:avLst/>
            <a:gdLst/>
            <a:ahLst/>
            <a:cxnLst/>
            <a:rect r="r" b="b" t="t" l="l"/>
            <a:pathLst>
              <a:path h="2439054" w="2687208">
                <a:moveTo>
                  <a:pt x="2687208" y="0"/>
                </a:moveTo>
                <a:lnTo>
                  <a:pt x="0" y="0"/>
                </a:lnTo>
                <a:lnTo>
                  <a:pt x="0" y="2439054"/>
                </a:lnTo>
                <a:lnTo>
                  <a:pt x="2687208" y="2439054"/>
                </a:lnTo>
                <a:lnTo>
                  <a:pt x="2687208" y="0"/>
                </a:lnTo>
                <a:close/>
              </a:path>
            </a:pathLst>
          </a:custGeom>
          <a:blipFill>
            <a:blip r:embed="rId4"/>
            <a:stretch>
              <a:fillRect l="-54970" t="-185863" r="-261943" b="-39113"/>
            </a:stretch>
          </a:blipFill>
        </p:spPr>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10504822" y="3335356"/>
            <a:ext cx="432119" cy="432119"/>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A422D"/>
            </a:solidFill>
          </p:spPr>
        </p:sp>
        <p:sp>
          <p:nvSpPr>
            <p:cNvPr name="TextBox 4" id="4"/>
            <p:cNvSpPr txBox="true"/>
            <p:nvPr/>
          </p:nvSpPr>
          <p:spPr>
            <a:xfrm>
              <a:off x="76200" y="123825"/>
              <a:ext cx="660400" cy="612775"/>
            </a:xfrm>
            <a:prstGeom prst="rect">
              <a:avLst/>
            </a:prstGeom>
          </p:spPr>
          <p:txBody>
            <a:bodyPr anchor="ctr" rtlCol="false" tIns="50800" lIns="50800" bIns="50800" rIns="50800"/>
            <a:lstStyle/>
            <a:p>
              <a:pPr algn="ctr">
                <a:lnSpc>
                  <a:spcPts val="1674"/>
                </a:lnSpc>
              </a:pPr>
            </a:p>
          </p:txBody>
        </p:sp>
      </p:grpSp>
      <p:sp>
        <p:nvSpPr>
          <p:cNvPr name="TextBox 5" id="5"/>
          <p:cNvSpPr txBox="true"/>
          <p:nvPr/>
        </p:nvSpPr>
        <p:spPr>
          <a:xfrm rot="0">
            <a:off x="5758227" y="3288531"/>
            <a:ext cx="3385773" cy="2192655"/>
          </a:xfrm>
          <a:prstGeom prst="rect">
            <a:avLst/>
          </a:prstGeom>
        </p:spPr>
        <p:txBody>
          <a:bodyPr anchor="t" rtlCol="false" tIns="0" lIns="0" bIns="0" rIns="0">
            <a:spAutoFit/>
          </a:bodyPr>
          <a:lstStyle/>
          <a:p>
            <a:pPr algn="l" marL="0" indent="0" lvl="0">
              <a:lnSpc>
                <a:spcPts val="2520"/>
              </a:lnSpc>
            </a:pPr>
            <a:r>
              <a:rPr lang="en-US" sz="1800" spc="-160">
                <a:solidFill>
                  <a:srgbClr val="FFFFFF"/>
                </a:solidFill>
                <a:latin typeface="Inter 2"/>
                <a:ea typeface="Inter 2"/>
                <a:cs typeface="Inter 2"/>
                <a:sym typeface="Inter 2"/>
              </a:rPr>
              <a:t>Proin aliquam</a:t>
            </a:r>
            <a:r>
              <a:rPr lang="en-US" sz="1800" spc="-160">
                <a:solidFill>
                  <a:srgbClr val="FFFFFF"/>
                </a:solidFill>
                <a:latin typeface="Inter 2"/>
                <a:ea typeface="Inter 2"/>
                <a:cs typeface="Inter 2"/>
                <a:sym typeface="Inter 2"/>
              </a:rPr>
              <a:t> mollis justo, a suscipit mi venenatis sit amet. Quisque euismod rutrum sollicitudin. Nunc vitae nisl arcu. Quisque ac tincidunt dolor, eu aliquet nisi. Phasellus vel egestas nunc, ac congue eros. Quisque pharetra velit id </a:t>
            </a:r>
          </a:p>
        </p:txBody>
      </p:sp>
      <p:sp>
        <p:nvSpPr>
          <p:cNvPr name="TextBox 6" id="6"/>
          <p:cNvSpPr txBox="true"/>
          <p:nvPr/>
        </p:nvSpPr>
        <p:spPr>
          <a:xfrm rot="0">
            <a:off x="5758227" y="6719758"/>
            <a:ext cx="3385773" cy="2192655"/>
          </a:xfrm>
          <a:prstGeom prst="rect">
            <a:avLst/>
          </a:prstGeom>
        </p:spPr>
        <p:txBody>
          <a:bodyPr anchor="t" rtlCol="false" tIns="0" lIns="0" bIns="0" rIns="0">
            <a:spAutoFit/>
          </a:bodyPr>
          <a:lstStyle/>
          <a:p>
            <a:pPr algn="l" marL="0" indent="0" lvl="0">
              <a:lnSpc>
                <a:spcPts val="2520"/>
              </a:lnSpc>
            </a:pPr>
            <a:r>
              <a:rPr lang="en-US" sz="1800" spc="-160">
                <a:solidFill>
                  <a:srgbClr val="FFFFFF"/>
                </a:solidFill>
                <a:latin typeface="Inter 2"/>
                <a:ea typeface="Inter 2"/>
                <a:cs typeface="Inter 2"/>
                <a:sym typeface="Inter 2"/>
              </a:rPr>
              <a:t>Proin aliquam</a:t>
            </a:r>
            <a:r>
              <a:rPr lang="en-US" sz="1800" spc="-160">
                <a:solidFill>
                  <a:srgbClr val="FFFFFF"/>
                </a:solidFill>
                <a:latin typeface="Inter 2"/>
                <a:ea typeface="Inter 2"/>
                <a:cs typeface="Inter 2"/>
                <a:sym typeface="Inter 2"/>
              </a:rPr>
              <a:t> mollis justo, a suscipit mi venenatis sit amet. Quisque euismod rutrum sollicitudin. Nunc vitae nisl arcu. Quisque ac tincidunt dolor, eu aliquet nisi. Phasellus vel egestas nunc, ac congue eros. Quisque pharetra velit id </a:t>
            </a:r>
          </a:p>
        </p:txBody>
      </p:sp>
      <p:sp>
        <p:nvSpPr>
          <p:cNvPr name="TextBox 7" id="7"/>
          <p:cNvSpPr txBox="true"/>
          <p:nvPr/>
        </p:nvSpPr>
        <p:spPr>
          <a:xfrm rot="0">
            <a:off x="13293263" y="3297256"/>
            <a:ext cx="3966037" cy="1878330"/>
          </a:xfrm>
          <a:prstGeom prst="rect">
            <a:avLst/>
          </a:prstGeom>
        </p:spPr>
        <p:txBody>
          <a:bodyPr anchor="t" rtlCol="false" tIns="0" lIns="0" bIns="0" rIns="0">
            <a:spAutoFit/>
          </a:bodyPr>
          <a:lstStyle/>
          <a:p>
            <a:pPr algn="l" marL="0" indent="0" lvl="0">
              <a:lnSpc>
                <a:spcPts val="2520"/>
              </a:lnSpc>
            </a:pPr>
            <a:r>
              <a:rPr lang="en-US" sz="1800" spc="-160">
                <a:solidFill>
                  <a:srgbClr val="FFFFFF"/>
                </a:solidFill>
                <a:latin typeface="Inter 2"/>
                <a:ea typeface="Inter 2"/>
                <a:cs typeface="Inter 2"/>
                <a:sym typeface="Inter 2"/>
              </a:rPr>
              <a:t>Proin aliquam</a:t>
            </a:r>
            <a:r>
              <a:rPr lang="en-US" sz="1800" spc="-160">
                <a:solidFill>
                  <a:srgbClr val="FFFFFF"/>
                </a:solidFill>
                <a:latin typeface="Inter 2"/>
                <a:ea typeface="Inter 2"/>
                <a:cs typeface="Inter 2"/>
                <a:sym typeface="Inter 2"/>
              </a:rPr>
              <a:t> mollis justo, a suscipit mi venenatis sit amet. Quisque euismod rutrum sollicitudin. Nunc vitae nisl arcu. Quisque ac tincidunt dolor, eu aliquet nisi. Phasellus vel egestas nunc, ac congue eros. Quisque pharetra velit id </a:t>
            </a:r>
          </a:p>
        </p:txBody>
      </p:sp>
      <p:sp>
        <p:nvSpPr>
          <p:cNvPr name="TextBox 8" id="8"/>
          <p:cNvSpPr txBox="true"/>
          <p:nvPr/>
        </p:nvSpPr>
        <p:spPr>
          <a:xfrm rot="0">
            <a:off x="13293263" y="6719758"/>
            <a:ext cx="3966037" cy="1878330"/>
          </a:xfrm>
          <a:prstGeom prst="rect">
            <a:avLst/>
          </a:prstGeom>
        </p:spPr>
        <p:txBody>
          <a:bodyPr anchor="t" rtlCol="false" tIns="0" lIns="0" bIns="0" rIns="0">
            <a:spAutoFit/>
          </a:bodyPr>
          <a:lstStyle/>
          <a:p>
            <a:pPr algn="l" marL="0" indent="0" lvl="0">
              <a:lnSpc>
                <a:spcPts val="2520"/>
              </a:lnSpc>
            </a:pPr>
            <a:r>
              <a:rPr lang="en-US" sz="1800" spc="-160">
                <a:solidFill>
                  <a:srgbClr val="FFFFFF"/>
                </a:solidFill>
                <a:latin typeface="Inter 2"/>
                <a:ea typeface="Inter 2"/>
                <a:cs typeface="Inter 2"/>
                <a:sym typeface="Inter 2"/>
              </a:rPr>
              <a:t>Proin aliquam</a:t>
            </a:r>
            <a:r>
              <a:rPr lang="en-US" sz="1800" spc="-160">
                <a:solidFill>
                  <a:srgbClr val="FFFFFF"/>
                </a:solidFill>
                <a:latin typeface="Inter 2"/>
                <a:ea typeface="Inter 2"/>
                <a:cs typeface="Inter 2"/>
                <a:sym typeface="Inter 2"/>
              </a:rPr>
              <a:t> mollis justo, a suscipit mi venenatis sit amet. Quisque euismod rutrum sollicitudin. Nunc vitae nisl arcu. Quisque ac tincidunt dolor, eu aliquet nisi. Phasellus vel egestas nunc, ac congue eros. Quisque pharetra velit id </a:t>
            </a:r>
          </a:p>
        </p:txBody>
      </p:sp>
      <p:sp>
        <p:nvSpPr>
          <p:cNvPr name="TextBox 9" id="9"/>
          <p:cNvSpPr txBox="true"/>
          <p:nvPr/>
        </p:nvSpPr>
        <p:spPr>
          <a:xfrm rot="0">
            <a:off x="4196867" y="3301931"/>
            <a:ext cx="1402721" cy="456819"/>
          </a:xfrm>
          <a:prstGeom prst="rect">
            <a:avLst/>
          </a:prstGeom>
        </p:spPr>
        <p:txBody>
          <a:bodyPr anchor="t" rtlCol="false" tIns="0" lIns="0" bIns="0" rIns="0">
            <a:spAutoFit/>
          </a:bodyPr>
          <a:lstStyle/>
          <a:p>
            <a:pPr algn="r" marL="0" indent="0" lvl="0">
              <a:lnSpc>
                <a:spcPts val="3348"/>
              </a:lnSpc>
            </a:pPr>
            <a:r>
              <a:rPr lang="en-US" b="true" sz="3600" spc="-107">
                <a:solidFill>
                  <a:srgbClr val="FFFFFF"/>
                </a:solidFill>
                <a:latin typeface="Inter 2 Bold"/>
                <a:ea typeface="Inter 2 Bold"/>
                <a:cs typeface="Inter 2 Bold"/>
                <a:sym typeface="Inter 2 Bold"/>
              </a:rPr>
              <a:t>2023</a:t>
            </a:r>
          </a:p>
        </p:txBody>
      </p:sp>
      <p:sp>
        <p:nvSpPr>
          <p:cNvPr name="TextBox 10" id="10"/>
          <p:cNvSpPr txBox="true"/>
          <p:nvPr/>
        </p:nvSpPr>
        <p:spPr>
          <a:xfrm rot="0">
            <a:off x="4196867" y="6794123"/>
            <a:ext cx="1402721" cy="456819"/>
          </a:xfrm>
          <a:prstGeom prst="rect">
            <a:avLst/>
          </a:prstGeom>
        </p:spPr>
        <p:txBody>
          <a:bodyPr anchor="t" rtlCol="false" tIns="0" lIns="0" bIns="0" rIns="0">
            <a:spAutoFit/>
          </a:bodyPr>
          <a:lstStyle/>
          <a:p>
            <a:pPr algn="r" marL="0" indent="0" lvl="0">
              <a:lnSpc>
                <a:spcPts val="3348"/>
              </a:lnSpc>
            </a:pPr>
            <a:r>
              <a:rPr lang="en-US" b="true" sz="3600" spc="-107">
                <a:solidFill>
                  <a:srgbClr val="FFFFFF"/>
                </a:solidFill>
                <a:latin typeface="Inter 2 Bold"/>
                <a:ea typeface="Inter 2 Bold"/>
                <a:cs typeface="Inter 2 Bold"/>
                <a:sym typeface="Inter 2 Bold"/>
              </a:rPr>
              <a:t>2024</a:t>
            </a:r>
          </a:p>
        </p:txBody>
      </p:sp>
      <p:sp>
        <p:nvSpPr>
          <p:cNvPr name="TextBox 11" id="11"/>
          <p:cNvSpPr txBox="true"/>
          <p:nvPr/>
        </p:nvSpPr>
        <p:spPr>
          <a:xfrm rot="0">
            <a:off x="11731902" y="3301931"/>
            <a:ext cx="1402721" cy="456819"/>
          </a:xfrm>
          <a:prstGeom prst="rect">
            <a:avLst/>
          </a:prstGeom>
        </p:spPr>
        <p:txBody>
          <a:bodyPr anchor="t" rtlCol="false" tIns="0" lIns="0" bIns="0" rIns="0">
            <a:spAutoFit/>
          </a:bodyPr>
          <a:lstStyle/>
          <a:p>
            <a:pPr algn="r" marL="0" indent="0" lvl="0">
              <a:lnSpc>
                <a:spcPts val="3348"/>
              </a:lnSpc>
            </a:pPr>
            <a:r>
              <a:rPr lang="en-US" b="true" sz="3600" spc="-107">
                <a:solidFill>
                  <a:srgbClr val="FFFFFF"/>
                </a:solidFill>
                <a:latin typeface="Inter 2 Bold"/>
                <a:ea typeface="Inter 2 Bold"/>
                <a:cs typeface="Inter 2 Bold"/>
                <a:sym typeface="Inter 2 Bold"/>
              </a:rPr>
              <a:t>2025</a:t>
            </a:r>
          </a:p>
        </p:txBody>
      </p:sp>
      <p:sp>
        <p:nvSpPr>
          <p:cNvPr name="TextBox 12" id="12"/>
          <p:cNvSpPr txBox="true"/>
          <p:nvPr/>
        </p:nvSpPr>
        <p:spPr>
          <a:xfrm rot="0">
            <a:off x="11183968" y="6733158"/>
            <a:ext cx="1950654" cy="456819"/>
          </a:xfrm>
          <a:prstGeom prst="rect">
            <a:avLst/>
          </a:prstGeom>
        </p:spPr>
        <p:txBody>
          <a:bodyPr anchor="t" rtlCol="false" tIns="0" lIns="0" bIns="0" rIns="0">
            <a:spAutoFit/>
          </a:bodyPr>
          <a:lstStyle/>
          <a:p>
            <a:pPr algn="r" marL="0" indent="0" lvl="0">
              <a:lnSpc>
                <a:spcPts val="3348"/>
              </a:lnSpc>
            </a:pPr>
            <a:r>
              <a:rPr lang="en-US" b="true" sz="3600" spc="-107">
                <a:solidFill>
                  <a:srgbClr val="FFFFFF"/>
                </a:solidFill>
                <a:latin typeface="Inter 2 Bold"/>
                <a:ea typeface="Inter 2 Bold"/>
                <a:cs typeface="Inter 2 Bold"/>
                <a:sym typeface="Inter 2 Bold"/>
              </a:rPr>
              <a:t>Future</a:t>
            </a:r>
          </a:p>
        </p:txBody>
      </p:sp>
      <p:sp>
        <p:nvSpPr>
          <p:cNvPr name="TextBox 13" id="13"/>
          <p:cNvSpPr txBox="true"/>
          <p:nvPr/>
        </p:nvSpPr>
        <p:spPr>
          <a:xfrm rot="0">
            <a:off x="1028700" y="1076325"/>
            <a:ext cx="3580072" cy="1220470"/>
          </a:xfrm>
          <a:prstGeom prst="rect">
            <a:avLst/>
          </a:prstGeom>
        </p:spPr>
        <p:txBody>
          <a:bodyPr anchor="t" rtlCol="false" tIns="0" lIns="0" bIns="0" rIns="0">
            <a:spAutoFit/>
          </a:bodyPr>
          <a:lstStyle/>
          <a:p>
            <a:pPr algn="l" marL="0" indent="0" lvl="0">
              <a:lnSpc>
                <a:spcPts val="4564"/>
              </a:lnSpc>
            </a:pPr>
            <a:r>
              <a:rPr lang="en-US" b="true" sz="5499" spc="-164">
                <a:solidFill>
                  <a:srgbClr val="FFFFFF"/>
                </a:solidFill>
                <a:latin typeface="Inter 2 Bold"/>
                <a:ea typeface="Inter 2 Bold"/>
                <a:cs typeface="Inter 2 Bold"/>
                <a:sym typeface="Inter 2 Bold"/>
              </a:rPr>
              <a:t>OVER THE YEARS</a:t>
            </a:r>
          </a:p>
        </p:txBody>
      </p:sp>
      <p:grpSp>
        <p:nvGrpSpPr>
          <p:cNvPr name="Group 14" id="14"/>
          <p:cNvGrpSpPr/>
          <p:nvPr/>
        </p:nvGrpSpPr>
        <p:grpSpPr>
          <a:xfrm rot="0">
            <a:off x="2602676" y="3326631"/>
            <a:ext cx="432119" cy="3863346"/>
            <a:chOff x="0" y="0"/>
            <a:chExt cx="576159" cy="5151128"/>
          </a:xfrm>
        </p:grpSpPr>
        <p:grpSp>
          <p:nvGrpSpPr>
            <p:cNvPr name="Group 15" id="15"/>
            <p:cNvGrpSpPr/>
            <p:nvPr/>
          </p:nvGrpSpPr>
          <p:grpSpPr>
            <a:xfrm rot="0">
              <a:off x="0" y="0"/>
              <a:ext cx="576159" cy="576159"/>
              <a:chOff x="0" y="0"/>
              <a:chExt cx="812800" cy="812800"/>
            </a:xfrm>
          </p:grpSpPr>
          <p:sp>
            <p:nvSpPr>
              <p:cNvPr name="Freeform 16" id="1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A422D"/>
              </a:solidFill>
            </p:spPr>
          </p:sp>
          <p:sp>
            <p:nvSpPr>
              <p:cNvPr name="TextBox 17" id="17"/>
              <p:cNvSpPr txBox="true"/>
              <p:nvPr/>
            </p:nvSpPr>
            <p:spPr>
              <a:xfrm>
                <a:off x="76200" y="123825"/>
                <a:ext cx="660400" cy="612775"/>
              </a:xfrm>
              <a:prstGeom prst="rect">
                <a:avLst/>
              </a:prstGeom>
            </p:spPr>
            <p:txBody>
              <a:bodyPr anchor="ctr" rtlCol="false" tIns="50800" lIns="50800" bIns="50800" rIns="50800"/>
              <a:lstStyle/>
              <a:p>
                <a:pPr algn="ctr">
                  <a:lnSpc>
                    <a:spcPts val="1674"/>
                  </a:lnSpc>
                </a:pPr>
              </a:p>
            </p:txBody>
          </p:sp>
        </p:grpSp>
        <p:grpSp>
          <p:nvGrpSpPr>
            <p:cNvPr name="Group 18" id="18"/>
            <p:cNvGrpSpPr/>
            <p:nvPr/>
          </p:nvGrpSpPr>
          <p:grpSpPr>
            <a:xfrm rot="0">
              <a:off x="0" y="4574969"/>
              <a:ext cx="576159" cy="576159"/>
              <a:chOff x="0" y="0"/>
              <a:chExt cx="812800" cy="812800"/>
            </a:xfrm>
          </p:grpSpPr>
          <p:sp>
            <p:nvSpPr>
              <p:cNvPr name="Freeform 19" id="1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A422D"/>
              </a:solidFill>
            </p:spPr>
          </p:sp>
          <p:sp>
            <p:nvSpPr>
              <p:cNvPr name="TextBox 20" id="20"/>
              <p:cNvSpPr txBox="true"/>
              <p:nvPr/>
            </p:nvSpPr>
            <p:spPr>
              <a:xfrm>
                <a:off x="76200" y="123825"/>
                <a:ext cx="660400" cy="612775"/>
              </a:xfrm>
              <a:prstGeom prst="rect">
                <a:avLst/>
              </a:prstGeom>
            </p:spPr>
            <p:txBody>
              <a:bodyPr anchor="ctr" rtlCol="false" tIns="50800" lIns="50800" bIns="50800" rIns="50800"/>
              <a:lstStyle/>
              <a:p>
                <a:pPr algn="ctr">
                  <a:lnSpc>
                    <a:spcPts val="1674"/>
                  </a:lnSpc>
                </a:pPr>
              </a:p>
            </p:txBody>
          </p:sp>
        </p:grpSp>
        <p:sp>
          <p:nvSpPr>
            <p:cNvPr name="AutoShape 21" id="21"/>
            <p:cNvSpPr/>
            <p:nvPr/>
          </p:nvSpPr>
          <p:spPr>
            <a:xfrm>
              <a:off x="288080" y="576159"/>
              <a:ext cx="0" cy="3998810"/>
            </a:xfrm>
            <a:prstGeom prst="line">
              <a:avLst/>
            </a:prstGeom>
            <a:ln cap="flat" w="50800">
              <a:solidFill>
                <a:srgbClr val="FFFEF3"/>
              </a:solidFill>
              <a:prstDash val="solid"/>
              <a:headEnd type="none" len="sm" w="sm"/>
              <a:tailEnd type="none" len="sm" w="sm"/>
            </a:ln>
          </p:spPr>
        </p:sp>
      </p:grpSp>
      <p:sp>
        <p:nvSpPr>
          <p:cNvPr name="AutoShape 22" id="22"/>
          <p:cNvSpPr/>
          <p:nvPr/>
        </p:nvSpPr>
        <p:spPr>
          <a:xfrm>
            <a:off x="10714014" y="3758780"/>
            <a:ext cx="5258" cy="3410510"/>
          </a:xfrm>
          <a:prstGeom prst="line">
            <a:avLst/>
          </a:prstGeom>
          <a:ln cap="flat" w="38100">
            <a:solidFill>
              <a:srgbClr val="FFFEF3"/>
            </a:solidFill>
            <a:prstDash val="solid"/>
            <a:headEnd type="none" len="sm" w="sm"/>
            <a:tailEnd type="none" len="sm" w="sm"/>
          </a:ln>
        </p:spPr>
      </p:sp>
      <p:sp>
        <p:nvSpPr>
          <p:cNvPr name="Freeform 23" id="23"/>
          <p:cNvSpPr/>
          <p:nvPr/>
        </p:nvSpPr>
        <p:spPr>
          <a:xfrm flipH="false" flipV="false" rot="0">
            <a:off x="9144000" y="7159764"/>
            <a:ext cx="3366918" cy="2084107"/>
          </a:xfrm>
          <a:custGeom>
            <a:avLst/>
            <a:gdLst/>
            <a:ahLst/>
            <a:cxnLst/>
            <a:rect r="r" b="b" t="t" l="l"/>
            <a:pathLst>
              <a:path h="2084107" w="3366918">
                <a:moveTo>
                  <a:pt x="0" y="0"/>
                </a:moveTo>
                <a:lnTo>
                  <a:pt x="3366918" y="0"/>
                </a:lnTo>
                <a:lnTo>
                  <a:pt x="3366918" y="2084107"/>
                </a:lnTo>
                <a:lnTo>
                  <a:pt x="0" y="2084107"/>
                </a:lnTo>
                <a:lnTo>
                  <a:pt x="0" y="0"/>
                </a:lnTo>
                <a:close/>
              </a:path>
            </a:pathLst>
          </a:custGeom>
          <a:blipFill>
            <a:blip r:embed="rId2"/>
            <a:stretch>
              <a:fillRect l="-67785" t="-94147" r="-67854" b="0"/>
            </a:stretch>
          </a:blipFill>
        </p:spPr>
      </p:sp>
    </p:spTree>
  </p:cSld>
  <p:clrMapOvr>
    <a:masterClrMapping/>
  </p:clrMapOvr>
</p:sld>
</file>

<file path=ppt/slides/slide10.xml><?xml version="1.0" encoding="utf-8"?>
<p:sld xmlns:p="http://schemas.openxmlformats.org/presentationml/2006/main" xmlns:a="http://schemas.openxmlformats.org/drawingml/2006/main">
  <p:cSld>
    <p:bg>
      <p:bgPr>
        <a:solidFill>
          <a:srgbClr val="000000"/>
        </a:solidFill>
      </p:bgPr>
    </p:bg>
    <p:spTree>
      <p:nvGrpSpPr>
        <p:cNvPr id="1" name=""/>
        <p:cNvGrpSpPr/>
        <p:nvPr/>
      </p:nvGrpSpPr>
      <p:grpSpPr>
        <a:xfrm>
          <a:off x="0" y="0"/>
          <a:ext cx="0" cy="0"/>
          <a:chOff x="0" y="0"/>
          <a:chExt cx="0" cy="0"/>
        </a:xfrm>
      </p:grpSpPr>
      <p:sp>
        <p:nvSpPr>
          <p:cNvPr name="TextBox 2" id="2"/>
          <p:cNvSpPr txBox="true"/>
          <p:nvPr/>
        </p:nvSpPr>
        <p:spPr>
          <a:xfrm rot="0">
            <a:off x="1028700" y="3901397"/>
            <a:ext cx="6533603" cy="3416064"/>
          </a:xfrm>
          <a:prstGeom prst="rect">
            <a:avLst/>
          </a:prstGeom>
        </p:spPr>
        <p:txBody>
          <a:bodyPr anchor="t" rtlCol="false" tIns="0" lIns="0" bIns="0" rIns="0">
            <a:spAutoFit/>
          </a:bodyPr>
          <a:lstStyle/>
          <a:p>
            <a:pPr algn="l" marL="0" indent="0" lvl="0">
              <a:lnSpc>
                <a:spcPts val="8618"/>
              </a:lnSpc>
            </a:pPr>
            <a:r>
              <a:rPr lang="en-US" b="true" sz="10910" spc="-1287">
                <a:solidFill>
                  <a:srgbClr val="FFFFFF"/>
                </a:solidFill>
                <a:latin typeface="Inter 2 Bold"/>
                <a:ea typeface="Inter 2 Bold"/>
                <a:cs typeface="Inter 2 Bold"/>
                <a:sym typeface="Inter 2 Bold"/>
              </a:rPr>
              <a:t>RESEARCH FOCUS AREAS</a:t>
            </a:r>
          </a:p>
        </p:txBody>
      </p:sp>
      <p:sp>
        <p:nvSpPr>
          <p:cNvPr name="TextBox 3" id="3"/>
          <p:cNvSpPr txBox="true"/>
          <p:nvPr/>
        </p:nvSpPr>
        <p:spPr>
          <a:xfrm rot="0">
            <a:off x="1028700" y="2958055"/>
            <a:ext cx="2930529" cy="712470"/>
          </a:xfrm>
          <a:prstGeom prst="rect">
            <a:avLst/>
          </a:prstGeom>
        </p:spPr>
        <p:txBody>
          <a:bodyPr anchor="t" rtlCol="false" tIns="0" lIns="0" bIns="0" rIns="0">
            <a:spAutoFit/>
          </a:bodyPr>
          <a:lstStyle/>
          <a:p>
            <a:pPr algn="l" marL="0" indent="0" lvl="0">
              <a:lnSpc>
                <a:spcPts val="5114"/>
              </a:lnSpc>
            </a:pPr>
            <a:r>
              <a:rPr lang="en-US" b="true" sz="5499" spc="-164">
                <a:solidFill>
                  <a:srgbClr val="CA0013"/>
                </a:solidFill>
                <a:latin typeface="Inter 2 Bold"/>
                <a:ea typeface="Inter 2 Bold"/>
                <a:cs typeface="Inter 2 Bold"/>
                <a:sym typeface="Inter 2 Bold"/>
              </a:rPr>
              <a:t>(03)</a:t>
            </a:r>
          </a:p>
        </p:txBody>
      </p:sp>
      <p:sp>
        <p:nvSpPr>
          <p:cNvPr name="TextBox 4" id="4"/>
          <p:cNvSpPr txBox="true"/>
          <p:nvPr/>
        </p:nvSpPr>
        <p:spPr>
          <a:xfrm rot="0">
            <a:off x="6915787" y="6487644"/>
            <a:ext cx="2653898" cy="1878330"/>
          </a:xfrm>
          <a:prstGeom prst="rect">
            <a:avLst/>
          </a:prstGeom>
        </p:spPr>
        <p:txBody>
          <a:bodyPr anchor="t" rtlCol="false" tIns="0" lIns="0" bIns="0" rIns="0">
            <a:spAutoFit/>
          </a:bodyPr>
          <a:lstStyle/>
          <a:p>
            <a:pPr algn="l" marL="0" indent="0" lvl="0">
              <a:lnSpc>
                <a:spcPts val="2520"/>
              </a:lnSpc>
            </a:pPr>
            <a:r>
              <a:rPr lang="en-US" sz="1800" spc="-160">
                <a:solidFill>
                  <a:srgbClr val="FFFFFF"/>
                </a:solidFill>
                <a:latin typeface="Inter 2"/>
                <a:ea typeface="Inter 2"/>
                <a:cs typeface="Inter 2"/>
                <a:sym typeface="Inter 2"/>
              </a:rPr>
              <a:t>Class apt</a:t>
            </a:r>
            <a:r>
              <a:rPr lang="en-US" sz="1800" spc="-160">
                <a:solidFill>
                  <a:srgbClr val="FFFFFF"/>
                </a:solidFill>
                <a:latin typeface="Inter 2"/>
                <a:ea typeface="Inter 2"/>
                <a:cs typeface="Inter 2"/>
                <a:sym typeface="Inter 2"/>
              </a:rPr>
              <a:t>ent taciti sociosqu ad litora torquent per conubia nostra, per inceptos himenaeos. Maecenas rutrum dictum pellentesque. Nullam vitae ultrices augue. </a:t>
            </a:r>
          </a:p>
        </p:txBody>
      </p:sp>
      <p:sp>
        <p:nvSpPr>
          <p:cNvPr name="TextBox 5" id="5"/>
          <p:cNvSpPr txBox="true"/>
          <p:nvPr/>
        </p:nvSpPr>
        <p:spPr>
          <a:xfrm rot="0">
            <a:off x="10301778" y="6487644"/>
            <a:ext cx="2653898" cy="1878330"/>
          </a:xfrm>
          <a:prstGeom prst="rect">
            <a:avLst/>
          </a:prstGeom>
        </p:spPr>
        <p:txBody>
          <a:bodyPr anchor="t" rtlCol="false" tIns="0" lIns="0" bIns="0" rIns="0">
            <a:spAutoFit/>
          </a:bodyPr>
          <a:lstStyle/>
          <a:p>
            <a:pPr algn="l" marL="0" indent="0" lvl="0">
              <a:lnSpc>
                <a:spcPts val="2520"/>
              </a:lnSpc>
            </a:pPr>
            <a:r>
              <a:rPr lang="en-US" sz="1800" spc="-160">
                <a:solidFill>
                  <a:srgbClr val="FFFFFF"/>
                </a:solidFill>
                <a:latin typeface="Inter 2"/>
                <a:ea typeface="Inter 2"/>
                <a:cs typeface="Inter 2"/>
                <a:sym typeface="Inter 2"/>
              </a:rPr>
              <a:t>Class apt</a:t>
            </a:r>
            <a:r>
              <a:rPr lang="en-US" sz="1800" spc="-160">
                <a:solidFill>
                  <a:srgbClr val="FFFFFF"/>
                </a:solidFill>
                <a:latin typeface="Inter 2"/>
                <a:ea typeface="Inter 2"/>
                <a:cs typeface="Inter 2"/>
                <a:sym typeface="Inter 2"/>
              </a:rPr>
              <a:t>ent taciti sociosqu ad litora torquent per conubia nostra, per inceptos himenaeos. Maecenas rutrum dictum pellentesque. Nullam vitae ultrices augue. </a:t>
            </a:r>
          </a:p>
        </p:txBody>
      </p:sp>
      <p:sp>
        <p:nvSpPr>
          <p:cNvPr name="TextBox 6" id="6"/>
          <p:cNvSpPr txBox="true"/>
          <p:nvPr/>
        </p:nvSpPr>
        <p:spPr>
          <a:xfrm rot="0">
            <a:off x="13689102" y="6487644"/>
            <a:ext cx="2653898" cy="1878330"/>
          </a:xfrm>
          <a:prstGeom prst="rect">
            <a:avLst/>
          </a:prstGeom>
        </p:spPr>
        <p:txBody>
          <a:bodyPr anchor="t" rtlCol="false" tIns="0" lIns="0" bIns="0" rIns="0">
            <a:spAutoFit/>
          </a:bodyPr>
          <a:lstStyle/>
          <a:p>
            <a:pPr algn="l" marL="0" indent="0" lvl="0">
              <a:lnSpc>
                <a:spcPts val="2520"/>
              </a:lnSpc>
            </a:pPr>
            <a:r>
              <a:rPr lang="en-US" sz="1800" spc="-160">
                <a:solidFill>
                  <a:srgbClr val="FFFFFF"/>
                </a:solidFill>
                <a:latin typeface="Inter 2"/>
                <a:ea typeface="Inter 2"/>
                <a:cs typeface="Inter 2"/>
                <a:sym typeface="Inter 2"/>
              </a:rPr>
              <a:t>Class apt</a:t>
            </a:r>
            <a:r>
              <a:rPr lang="en-US" sz="1800" spc="-160">
                <a:solidFill>
                  <a:srgbClr val="FFFFFF"/>
                </a:solidFill>
                <a:latin typeface="Inter 2"/>
                <a:ea typeface="Inter 2"/>
                <a:cs typeface="Inter 2"/>
                <a:sym typeface="Inter 2"/>
              </a:rPr>
              <a:t>ent taciti sociosqu ad litora torquent per conubia nostra, per inceptos himenaeos. Maecenas rutrum dictum pellentesque. Nullam vitae ultrices augue. </a:t>
            </a:r>
          </a:p>
        </p:txBody>
      </p:sp>
      <p:sp>
        <p:nvSpPr>
          <p:cNvPr name="TextBox 7" id="7"/>
          <p:cNvSpPr txBox="true"/>
          <p:nvPr/>
        </p:nvSpPr>
        <p:spPr>
          <a:xfrm rot="0">
            <a:off x="1036205" y="1076226"/>
            <a:ext cx="2513344" cy="642747"/>
          </a:xfrm>
          <a:prstGeom prst="rect">
            <a:avLst/>
          </a:prstGeom>
        </p:spPr>
        <p:txBody>
          <a:bodyPr anchor="t" rtlCol="false" tIns="0" lIns="0" bIns="0" rIns="0">
            <a:spAutoFit/>
          </a:bodyPr>
          <a:lstStyle/>
          <a:p>
            <a:pPr algn="l" marL="0" indent="0" lvl="0">
              <a:lnSpc>
                <a:spcPts val="1674"/>
              </a:lnSpc>
            </a:pPr>
            <a:r>
              <a:rPr lang="en-US" b="true" sz="1800" spc="-54">
                <a:solidFill>
                  <a:srgbClr val="FFFFFF"/>
                </a:solidFill>
                <a:latin typeface="Inter 1 Bold"/>
                <a:ea typeface="Inter 1 Bold"/>
                <a:cs typeface="Inter 1 Bold"/>
                <a:sym typeface="Inter 1 Bold"/>
              </a:rPr>
              <a:t>INNOVATING SOLUTIONS FOR A CHANGING WORLD</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10362999" y="3526634"/>
            <a:ext cx="7931544" cy="989631"/>
            <a:chOff x="0" y="0"/>
            <a:chExt cx="10575393" cy="1319508"/>
          </a:xfrm>
        </p:grpSpPr>
        <p:sp>
          <p:nvSpPr>
            <p:cNvPr name="AutoShape 3" id="3"/>
            <p:cNvSpPr/>
            <p:nvPr/>
          </p:nvSpPr>
          <p:spPr>
            <a:xfrm>
              <a:off x="0" y="19050"/>
              <a:ext cx="10575393" cy="0"/>
            </a:xfrm>
            <a:prstGeom prst="line">
              <a:avLst/>
            </a:prstGeom>
            <a:ln cap="flat" w="38100">
              <a:solidFill>
                <a:srgbClr val="FFFEF3"/>
              </a:solidFill>
              <a:prstDash val="solid"/>
              <a:headEnd type="none" len="sm" w="sm"/>
              <a:tailEnd type="none" len="sm" w="sm"/>
            </a:ln>
          </p:spPr>
        </p:sp>
        <p:sp>
          <p:nvSpPr>
            <p:cNvPr name="AutoShape 4" id="4"/>
            <p:cNvSpPr/>
            <p:nvPr/>
          </p:nvSpPr>
          <p:spPr>
            <a:xfrm>
              <a:off x="0" y="613190"/>
              <a:ext cx="10575393" cy="0"/>
            </a:xfrm>
            <a:prstGeom prst="line">
              <a:avLst/>
            </a:prstGeom>
            <a:ln cap="flat" w="38100">
              <a:solidFill>
                <a:srgbClr val="FFFEF3"/>
              </a:solidFill>
              <a:prstDash val="solid"/>
              <a:headEnd type="none" len="sm" w="sm"/>
              <a:tailEnd type="none" len="sm" w="sm"/>
            </a:ln>
          </p:spPr>
        </p:sp>
        <p:sp>
          <p:nvSpPr>
            <p:cNvPr name="AutoShape 5" id="5"/>
            <p:cNvSpPr/>
            <p:nvPr/>
          </p:nvSpPr>
          <p:spPr>
            <a:xfrm>
              <a:off x="0" y="1300458"/>
              <a:ext cx="10575393" cy="0"/>
            </a:xfrm>
            <a:prstGeom prst="line">
              <a:avLst/>
            </a:prstGeom>
            <a:ln cap="flat" w="38100">
              <a:solidFill>
                <a:srgbClr val="FFFEF3"/>
              </a:solidFill>
              <a:prstDash val="solid"/>
              <a:headEnd type="none" len="sm" w="sm"/>
              <a:tailEnd type="none" len="sm" w="sm"/>
            </a:ln>
          </p:spPr>
        </p:sp>
      </p:grpSp>
      <p:grpSp>
        <p:nvGrpSpPr>
          <p:cNvPr name="Group 6" id="6"/>
          <p:cNvGrpSpPr/>
          <p:nvPr/>
        </p:nvGrpSpPr>
        <p:grpSpPr>
          <a:xfrm rot="0">
            <a:off x="-817901" y="9258300"/>
            <a:ext cx="19923801" cy="3086100"/>
            <a:chOff x="0" y="0"/>
            <a:chExt cx="5247421" cy="812800"/>
          </a:xfrm>
        </p:grpSpPr>
        <p:sp>
          <p:nvSpPr>
            <p:cNvPr name="Freeform 7" id="7"/>
            <p:cNvSpPr/>
            <p:nvPr/>
          </p:nvSpPr>
          <p:spPr>
            <a:xfrm flipH="false" flipV="false" rot="0">
              <a:off x="0" y="0"/>
              <a:ext cx="5247421" cy="812800"/>
            </a:xfrm>
            <a:custGeom>
              <a:avLst/>
              <a:gdLst/>
              <a:ahLst/>
              <a:cxnLst/>
              <a:rect r="r" b="b" t="t" l="l"/>
              <a:pathLst>
                <a:path h="812800" w="5247421">
                  <a:moveTo>
                    <a:pt x="0" y="0"/>
                  </a:moveTo>
                  <a:lnTo>
                    <a:pt x="5247421" y="0"/>
                  </a:lnTo>
                  <a:lnTo>
                    <a:pt x="5247421" y="812800"/>
                  </a:lnTo>
                  <a:lnTo>
                    <a:pt x="0" y="812800"/>
                  </a:lnTo>
                  <a:close/>
                </a:path>
              </a:pathLst>
            </a:custGeom>
            <a:solidFill>
              <a:srgbClr val="CA0013"/>
            </a:solidFill>
          </p:spPr>
        </p:sp>
        <p:sp>
          <p:nvSpPr>
            <p:cNvPr name="TextBox 8" id="8"/>
            <p:cNvSpPr txBox="true"/>
            <p:nvPr/>
          </p:nvSpPr>
          <p:spPr>
            <a:xfrm>
              <a:off x="0" y="47625"/>
              <a:ext cx="5247421" cy="765175"/>
            </a:xfrm>
            <a:prstGeom prst="rect">
              <a:avLst/>
            </a:prstGeom>
          </p:spPr>
          <p:txBody>
            <a:bodyPr anchor="ctr" rtlCol="false" tIns="50800" lIns="50800" bIns="50800" rIns="50800"/>
            <a:lstStyle/>
            <a:p>
              <a:pPr algn="ctr">
                <a:lnSpc>
                  <a:spcPts val="1674"/>
                </a:lnSpc>
              </a:pPr>
            </a:p>
          </p:txBody>
        </p:sp>
      </p:grpSp>
      <p:sp>
        <p:nvSpPr>
          <p:cNvPr name="TextBox 9" id="9"/>
          <p:cNvSpPr txBox="true"/>
          <p:nvPr/>
        </p:nvSpPr>
        <p:spPr>
          <a:xfrm rot="0">
            <a:off x="955149" y="3416431"/>
            <a:ext cx="7178120" cy="2344417"/>
          </a:xfrm>
          <a:prstGeom prst="rect">
            <a:avLst/>
          </a:prstGeom>
        </p:spPr>
        <p:txBody>
          <a:bodyPr anchor="t" rtlCol="false" tIns="0" lIns="0" bIns="0" rIns="0">
            <a:spAutoFit/>
          </a:bodyPr>
          <a:lstStyle/>
          <a:p>
            <a:pPr algn="l" marL="0" indent="0" lvl="0">
              <a:lnSpc>
                <a:spcPts val="8689"/>
              </a:lnSpc>
            </a:pPr>
            <a:r>
              <a:rPr lang="en-US" b="true" sz="10999" spc="-1297">
                <a:solidFill>
                  <a:srgbClr val="FFFFFF"/>
                </a:solidFill>
                <a:latin typeface="Inter 2 Bold"/>
                <a:ea typeface="Inter 2 Bold"/>
                <a:cs typeface="Inter 2 Bold"/>
                <a:sym typeface="Inter 2 Bold"/>
              </a:rPr>
              <a:t>PROPOSED S     LUTION</a:t>
            </a:r>
          </a:p>
        </p:txBody>
      </p:sp>
      <p:sp>
        <p:nvSpPr>
          <p:cNvPr name="TextBox 10" id="10"/>
          <p:cNvSpPr txBox="true"/>
          <p:nvPr/>
        </p:nvSpPr>
        <p:spPr>
          <a:xfrm rot="0">
            <a:off x="10362999" y="1354839"/>
            <a:ext cx="6651377" cy="884007"/>
          </a:xfrm>
          <a:prstGeom prst="rect">
            <a:avLst/>
          </a:prstGeom>
        </p:spPr>
        <p:txBody>
          <a:bodyPr anchor="t" rtlCol="false" tIns="0" lIns="0" bIns="0" rIns="0">
            <a:spAutoFit/>
          </a:bodyPr>
          <a:lstStyle/>
          <a:p>
            <a:pPr algn="l" marL="0" indent="0" lvl="0">
              <a:lnSpc>
                <a:spcPts val="2275"/>
              </a:lnSpc>
            </a:pPr>
            <a:r>
              <a:rPr lang="en-US" b="true" sz="2446" spc="-73">
                <a:solidFill>
                  <a:srgbClr val="FFFFFF"/>
                </a:solidFill>
                <a:latin typeface="Inter 2 Bold"/>
                <a:ea typeface="Inter 2 Bold"/>
                <a:cs typeface="Inter 2 Bold"/>
                <a:sym typeface="Inter 2 Bold"/>
              </a:rPr>
              <a:t>PHASELLUS AT EFFICITUR URNA, IN EFFICITUR EST. QUISQUE PORTA VEL ELIT VENENATIS VARIUS. </a:t>
            </a:r>
          </a:p>
        </p:txBody>
      </p:sp>
      <p:sp>
        <p:nvSpPr>
          <p:cNvPr name="TextBox 11" id="11"/>
          <p:cNvSpPr txBox="true"/>
          <p:nvPr/>
        </p:nvSpPr>
        <p:spPr>
          <a:xfrm rot="0">
            <a:off x="4301772" y="2436966"/>
            <a:ext cx="2930529" cy="712470"/>
          </a:xfrm>
          <a:prstGeom prst="rect">
            <a:avLst/>
          </a:prstGeom>
        </p:spPr>
        <p:txBody>
          <a:bodyPr anchor="t" rtlCol="false" tIns="0" lIns="0" bIns="0" rIns="0">
            <a:spAutoFit/>
          </a:bodyPr>
          <a:lstStyle/>
          <a:p>
            <a:pPr algn="r" marL="0" indent="0" lvl="0">
              <a:lnSpc>
                <a:spcPts val="5114"/>
              </a:lnSpc>
            </a:pPr>
            <a:r>
              <a:rPr lang="en-US" b="true" sz="5499" spc="-164">
                <a:solidFill>
                  <a:srgbClr val="CA0013"/>
                </a:solidFill>
                <a:latin typeface="Inter 2 Bold"/>
                <a:ea typeface="Inter 2 Bold"/>
                <a:cs typeface="Inter 2 Bold"/>
                <a:sym typeface="Inter 2 Bold"/>
              </a:rPr>
              <a:t>(04)</a:t>
            </a:r>
          </a:p>
        </p:txBody>
      </p:sp>
      <p:sp>
        <p:nvSpPr>
          <p:cNvPr name="TextBox 12" id="12"/>
          <p:cNvSpPr txBox="true"/>
          <p:nvPr/>
        </p:nvSpPr>
        <p:spPr>
          <a:xfrm rot="0">
            <a:off x="10362999" y="2416011"/>
            <a:ext cx="2513344" cy="428227"/>
          </a:xfrm>
          <a:prstGeom prst="rect">
            <a:avLst/>
          </a:prstGeom>
        </p:spPr>
        <p:txBody>
          <a:bodyPr anchor="t" rtlCol="false" tIns="0" lIns="0" bIns="0" rIns="0">
            <a:spAutoFit/>
          </a:bodyPr>
          <a:lstStyle/>
          <a:p>
            <a:pPr algn="l">
              <a:lnSpc>
                <a:spcPts val="3888"/>
              </a:lnSpc>
            </a:pPr>
            <a:r>
              <a:rPr lang="en-US" b="true" sz="1800" spc="-54" strike="noStrike" u="none">
                <a:solidFill>
                  <a:srgbClr val="FFFFFF"/>
                </a:solidFill>
                <a:latin typeface="Inter 2 Heavy"/>
                <a:ea typeface="Inter 2 Heavy"/>
                <a:cs typeface="Inter 2 Heavy"/>
                <a:sym typeface="Inter 2 Heavy"/>
              </a:rPr>
              <a:t>BY THE NUMBERS:</a:t>
            </a:r>
          </a:p>
        </p:txBody>
      </p:sp>
      <p:sp>
        <p:nvSpPr>
          <p:cNvPr name="TextBox 13" id="13"/>
          <p:cNvSpPr txBox="true"/>
          <p:nvPr/>
        </p:nvSpPr>
        <p:spPr>
          <a:xfrm rot="0">
            <a:off x="10362999" y="2977538"/>
            <a:ext cx="6141407" cy="1399793"/>
          </a:xfrm>
          <a:prstGeom prst="rect">
            <a:avLst/>
          </a:prstGeom>
        </p:spPr>
        <p:txBody>
          <a:bodyPr anchor="t" rtlCol="false" tIns="0" lIns="0" bIns="0" rIns="0">
            <a:spAutoFit/>
          </a:bodyPr>
          <a:lstStyle/>
          <a:p>
            <a:pPr algn="l" marL="388622" indent="-194311" lvl="1">
              <a:lnSpc>
                <a:spcPts val="3888"/>
              </a:lnSpc>
              <a:buFont typeface="Arial"/>
              <a:buChar char="•"/>
            </a:pPr>
            <a:r>
              <a:rPr lang="en-US" sz="1800" spc="-54">
                <a:solidFill>
                  <a:srgbClr val="FFFFFF"/>
                </a:solidFill>
                <a:latin typeface="Inter 2"/>
                <a:ea typeface="Inter 2"/>
                <a:cs typeface="Inter 2"/>
                <a:sym typeface="Inter 2"/>
              </a:rPr>
              <a:t>X SUCCESSFUL CAMPAIGNS EXECUTED</a:t>
            </a:r>
          </a:p>
          <a:p>
            <a:pPr algn="l" marL="388622" indent="-194311" lvl="1">
              <a:lnSpc>
                <a:spcPts val="3888"/>
              </a:lnSpc>
              <a:buFont typeface="Arial"/>
              <a:buChar char="•"/>
            </a:pPr>
            <a:r>
              <a:rPr lang="en-US" sz="1800" spc="-54">
                <a:solidFill>
                  <a:srgbClr val="FFFFFF"/>
                </a:solidFill>
                <a:latin typeface="Inter 2"/>
                <a:ea typeface="Inter 2"/>
                <a:cs typeface="Inter 2"/>
                <a:sym typeface="Inter 2"/>
              </a:rPr>
              <a:t>Y% AVERAGE INCREASE IN CLIENT ROI.</a:t>
            </a:r>
          </a:p>
          <a:p>
            <a:pPr algn="l" marL="388622" indent="-194311" lvl="1">
              <a:lnSpc>
                <a:spcPts val="3888"/>
              </a:lnSpc>
              <a:buFont typeface="Arial"/>
              <a:buChar char="•"/>
            </a:pPr>
            <a:r>
              <a:rPr lang="en-US" sz="1800" spc="-54">
                <a:solidFill>
                  <a:srgbClr val="FFFFFF"/>
                </a:solidFill>
                <a:latin typeface="Inter 2"/>
                <a:ea typeface="Inter 2"/>
                <a:cs typeface="Inter 2"/>
                <a:sym typeface="Inter 2"/>
              </a:rPr>
              <a:t>AUDIENCE REACH EXTENDED BY Z MILLION+ USERS.</a:t>
            </a:r>
          </a:p>
        </p:txBody>
      </p:sp>
      <p:sp>
        <p:nvSpPr>
          <p:cNvPr name="Freeform 14" id="14"/>
          <p:cNvSpPr/>
          <p:nvPr/>
        </p:nvSpPr>
        <p:spPr>
          <a:xfrm flipH="false" flipV="false" rot="0">
            <a:off x="1063542" y="4156199"/>
            <a:ext cx="2068895" cy="5763642"/>
          </a:xfrm>
          <a:custGeom>
            <a:avLst/>
            <a:gdLst/>
            <a:ahLst/>
            <a:cxnLst/>
            <a:rect r="r" b="b" t="t" l="l"/>
            <a:pathLst>
              <a:path h="5763642" w="2068895">
                <a:moveTo>
                  <a:pt x="0" y="0"/>
                </a:moveTo>
                <a:lnTo>
                  <a:pt x="2068895" y="0"/>
                </a:lnTo>
                <a:lnTo>
                  <a:pt x="2068895" y="5763642"/>
                </a:lnTo>
                <a:lnTo>
                  <a:pt x="0" y="5763642"/>
                </a:lnTo>
                <a:lnTo>
                  <a:pt x="0" y="0"/>
                </a:lnTo>
                <a:close/>
              </a:path>
            </a:pathLst>
          </a:custGeom>
          <a:blipFill>
            <a:blip r:embed="rId2"/>
            <a:stretch>
              <a:fillRect l="-231076" t="0" r="-215169" b="0"/>
            </a:stretch>
          </a:blipFill>
        </p:spPr>
      </p:sp>
      <p:sp>
        <p:nvSpPr>
          <p:cNvPr name="Freeform 15" id="15"/>
          <p:cNvSpPr/>
          <p:nvPr/>
        </p:nvSpPr>
        <p:spPr>
          <a:xfrm flipH="false" flipV="false" rot="0">
            <a:off x="3746703" y="6990395"/>
            <a:ext cx="3305712" cy="2536845"/>
          </a:xfrm>
          <a:custGeom>
            <a:avLst/>
            <a:gdLst/>
            <a:ahLst/>
            <a:cxnLst/>
            <a:rect r="r" b="b" t="t" l="l"/>
            <a:pathLst>
              <a:path h="2536845" w="3305712">
                <a:moveTo>
                  <a:pt x="0" y="0"/>
                </a:moveTo>
                <a:lnTo>
                  <a:pt x="3305712" y="0"/>
                </a:lnTo>
                <a:lnTo>
                  <a:pt x="3305712" y="2536845"/>
                </a:lnTo>
                <a:lnTo>
                  <a:pt x="0" y="2536845"/>
                </a:lnTo>
                <a:lnTo>
                  <a:pt x="0" y="0"/>
                </a:lnTo>
                <a:close/>
              </a:path>
            </a:pathLst>
          </a:custGeom>
          <a:blipFill>
            <a:blip r:embed="rId3"/>
            <a:stretch>
              <a:fillRect l="-12819" t="-11381" r="-28201" b="-18629"/>
            </a:stretch>
          </a:blipFill>
        </p:spPr>
      </p:sp>
      <p:sp>
        <p:nvSpPr>
          <p:cNvPr name="Freeform 16" id="16"/>
          <p:cNvSpPr/>
          <p:nvPr/>
        </p:nvSpPr>
        <p:spPr>
          <a:xfrm flipH="true" flipV="false" rot="0">
            <a:off x="3674861" y="7734011"/>
            <a:ext cx="2814830" cy="2976847"/>
          </a:xfrm>
          <a:custGeom>
            <a:avLst/>
            <a:gdLst/>
            <a:ahLst/>
            <a:cxnLst/>
            <a:rect r="r" b="b" t="t" l="l"/>
            <a:pathLst>
              <a:path h="2976847" w="2814830">
                <a:moveTo>
                  <a:pt x="2814829" y="0"/>
                </a:moveTo>
                <a:lnTo>
                  <a:pt x="0" y="0"/>
                </a:lnTo>
                <a:lnTo>
                  <a:pt x="0" y="2976847"/>
                </a:lnTo>
                <a:lnTo>
                  <a:pt x="2814829" y="2976847"/>
                </a:lnTo>
                <a:lnTo>
                  <a:pt x="2814829" y="0"/>
                </a:lnTo>
                <a:close/>
              </a:path>
            </a:pathLst>
          </a:custGeom>
          <a:blipFill>
            <a:blip r:embed="rId4"/>
            <a:stretch>
              <a:fillRect l="-39447" t="-13186" r="-49453" b="-13186"/>
            </a:stretch>
          </a:blipFill>
        </p:spPr>
      </p:sp>
      <p:sp>
        <p:nvSpPr>
          <p:cNvPr name="Freeform 17" id="17"/>
          <p:cNvSpPr/>
          <p:nvPr/>
        </p:nvSpPr>
        <p:spPr>
          <a:xfrm flipH="false" flipV="false" rot="0">
            <a:off x="6929348" y="7975401"/>
            <a:ext cx="1840676" cy="1574042"/>
          </a:xfrm>
          <a:custGeom>
            <a:avLst/>
            <a:gdLst/>
            <a:ahLst/>
            <a:cxnLst/>
            <a:rect r="r" b="b" t="t" l="l"/>
            <a:pathLst>
              <a:path h="1574042" w="1840676">
                <a:moveTo>
                  <a:pt x="0" y="0"/>
                </a:moveTo>
                <a:lnTo>
                  <a:pt x="1840676" y="0"/>
                </a:lnTo>
                <a:lnTo>
                  <a:pt x="1840676" y="1574042"/>
                </a:lnTo>
                <a:lnTo>
                  <a:pt x="0" y="1574042"/>
                </a:lnTo>
                <a:lnTo>
                  <a:pt x="0" y="0"/>
                </a:lnTo>
                <a:close/>
              </a:path>
            </a:pathLst>
          </a:custGeom>
          <a:blipFill>
            <a:blip r:embed="rId5"/>
            <a:stretch>
              <a:fillRect l="-66395" t="-37354" r="-54717" b="-45582"/>
            </a:stretch>
          </a:blipFill>
        </p:spPr>
      </p:sp>
      <p:sp>
        <p:nvSpPr>
          <p:cNvPr name="Freeform 18" id="18"/>
          <p:cNvSpPr/>
          <p:nvPr/>
        </p:nvSpPr>
        <p:spPr>
          <a:xfrm flipH="false" flipV="false" rot="0">
            <a:off x="8399003" y="7474562"/>
            <a:ext cx="1644580" cy="2281761"/>
          </a:xfrm>
          <a:custGeom>
            <a:avLst/>
            <a:gdLst/>
            <a:ahLst/>
            <a:cxnLst/>
            <a:rect r="r" b="b" t="t" l="l"/>
            <a:pathLst>
              <a:path h="2281761" w="1644580">
                <a:moveTo>
                  <a:pt x="0" y="0"/>
                </a:moveTo>
                <a:lnTo>
                  <a:pt x="1644579" y="0"/>
                </a:lnTo>
                <a:lnTo>
                  <a:pt x="1644579" y="2281761"/>
                </a:lnTo>
                <a:lnTo>
                  <a:pt x="0" y="2281761"/>
                </a:lnTo>
                <a:lnTo>
                  <a:pt x="0" y="0"/>
                </a:lnTo>
                <a:close/>
              </a:path>
            </a:pathLst>
          </a:custGeom>
          <a:blipFill>
            <a:blip r:embed="rId6"/>
            <a:stretch>
              <a:fillRect l="-68631" t="-10493" r="-68631" b="-10493"/>
            </a:stretch>
          </a:blipFill>
        </p:spPr>
      </p:sp>
      <p:sp>
        <p:nvSpPr>
          <p:cNvPr name="Freeform 19" id="19"/>
          <p:cNvSpPr/>
          <p:nvPr/>
        </p:nvSpPr>
        <p:spPr>
          <a:xfrm flipH="false" flipV="false" rot="0">
            <a:off x="7309504" y="6861128"/>
            <a:ext cx="1735436" cy="970708"/>
          </a:xfrm>
          <a:custGeom>
            <a:avLst/>
            <a:gdLst/>
            <a:ahLst/>
            <a:cxnLst/>
            <a:rect r="r" b="b" t="t" l="l"/>
            <a:pathLst>
              <a:path h="970708" w="1735436">
                <a:moveTo>
                  <a:pt x="0" y="0"/>
                </a:moveTo>
                <a:lnTo>
                  <a:pt x="1735436" y="0"/>
                </a:lnTo>
                <a:lnTo>
                  <a:pt x="1735436" y="970708"/>
                </a:lnTo>
                <a:lnTo>
                  <a:pt x="0" y="970708"/>
                </a:lnTo>
                <a:lnTo>
                  <a:pt x="0" y="0"/>
                </a:lnTo>
                <a:close/>
              </a:path>
            </a:pathLst>
          </a:custGeom>
          <a:blipFill>
            <a:blip r:embed="rId7"/>
            <a:stretch>
              <a:fillRect l="-24523" t="-44262" r="-24523" b="-44262"/>
            </a:stretch>
          </a:blipFill>
        </p:spPr>
      </p:sp>
      <p:sp>
        <p:nvSpPr>
          <p:cNvPr name="Freeform 20" id="20"/>
          <p:cNvSpPr/>
          <p:nvPr/>
        </p:nvSpPr>
        <p:spPr>
          <a:xfrm flipH="true" flipV="false" rot="0">
            <a:off x="6596868" y="4636169"/>
            <a:ext cx="8334633" cy="5886335"/>
          </a:xfrm>
          <a:custGeom>
            <a:avLst/>
            <a:gdLst/>
            <a:ahLst/>
            <a:cxnLst/>
            <a:rect r="r" b="b" t="t" l="l"/>
            <a:pathLst>
              <a:path h="5886335" w="8334633">
                <a:moveTo>
                  <a:pt x="8334633" y="0"/>
                </a:moveTo>
                <a:lnTo>
                  <a:pt x="0" y="0"/>
                </a:lnTo>
                <a:lnTo>
                  <a:pt x="0" y="5886335"/>
                </a:lnTo>
                <a:lnTo>
                  <a:pt x="8334633" y="5886335"/>
                </a:lnTo>
                <a:lnTo>
                  <a:pt x="8334633" y="0"/>
                </a:lnTo>
                <a:close/>
              </a:path>
            </a:pathLst>
          </a:custGeom>
          <a:blipFill>
            <a:blip r:embed="rId8"/>
            <a:stretch>
              <a:fillRect l="0" t="0" r="0" b="0"/>
            </a:stretch>
          </a:blipFill>
        </p:spPr>
      </p:sp>
      <p:sp>
        <p:nvSpPr>
          <p:cNvPr name="Freeform 21" id="21"/>
          <p:cNvSpPr/>
          <p:nvPr/>
        </p:nvSpPr>
        <p:spPr>
          <a:xfrm flipH="false" flipV="false" rot="-235835">
            <a:off x="13283424" y="8337649"/>
            <a:ext cx="1155521" cy="1089133"/>
          </a:xfrm>
          <a:custGeom>
            <a:avLst/>
            <a:gdLst/>
            <a:ahLst/>
            <a:cxnLst/>
            <a:rect r="r" b="b" t="t" l="l"/>
            <a:pathLst>
              <a:path h="1089133" w="1155521">
                <a:moveTo>
                  <a:pt x="0" y="0"/>
                </a:moveTo>
                <a:lnTo>
                  <a:pt x="1155521" y="0"/>
                </a:lnTo>
                <a:lnTo>
                  <a:pt x="1155521" y="1089133"/>
                </a:lnTo>
                <a:lnTo>
                  <a:pt x="0" y="1089133"/>
                </a:lnTo>
                <a:lnTo>
                  <a:pt x="0" y="0"/>
                </a:lnTo>
                <a:close/>
              </a:path>
            </a:pathLst>
          </a:custGeom>
          <a:blipFill>
            <a:blip r:embed="rId9"/>
            <a:stretch>
              <a:fillRect l="-47588" t="-23252" r="-47588" b="-23252"/>
            </a:stretch>
          </a:blipFill>
        </p:spPr>
      </p:sp>
      <p:sp>
        <p:nvSpPr>
          <p:cNvPr name="Freeform 22" id="22"/>
          <p:cNvSpPr/>
          <p:nvPr/>
        </p:nvSpPr>
        <p:spPr>
          <a:xfrm flipH="false" flipV="false" rot="0">
            <a:off x="9839866" y="7959616"/>
            <a:ext cx="2639645" cy="1864249"/>
          </a:xfrm>
          <a:custGeom>
            <a:avLst/>
            <a:gdLst/>
            <a:ahLst/>
            <a:cxnLst/>
            <a:rect r="r" b="b" t="t" l="l"/>
            <a:pathLst>
              <a:path h="1864249" w="2639645">
                <a:moveTo>
                  <a:pt x="0" y="0"/>
                </a:moveTo>
                <a:lnTo>
                  <a:pt x="2639645" y="0"/>
                </a:lnTo>
                <a:lnTo>
                  <a:pt x="2639645" y="1864248"/>
                </a:lnTo>
                <a:lnTo>
                  <a:pt x="0" y="1864248"/>
                </a:lnTo>
                <a:lnTo>
                  <a:pt x="0" y="0"/>
                </a:lnTo>
                <a:close/>
              </a:path>
            </a:pathLst>
          </a:custGeom>
          <a:blipFill>
            <a:blip r:embed="rId10"/>
            <a:stretch>
              <a:fillRect l="0" t="0" r="0" b="0"/>
            </a:stretch>
          </a:blipFill>
        </p:spPr>
      </p:sp>
      <p:sp>
        <p:nvSpPr>
          <p:cNvPr name="Freeform 23" id="23"/>
          <p:cNvSpPr/>
          <p:nvPr/>
        </p:nvSpPr>
        <p:spPr>
          <a:xfrm flipH="false" flipV="false" rot="0">
            <a:off x="8430298" y="9222434"/>
            <a:ext cx="641625" cy="554159"/>
          </a:xfrm>
          <a:custGeom>
            <a:avLst/>
            <a:gdLst/>
            <a:ahLst/>
            <a:cxnLst/>
            <a:rect r="r" b="b" t="t" l="l"/>
            <a:pathLst>
              <a:path h="554159" w="641625">
                <a:moveTo>
                  <a:pt x="0" y="0"/>
                </a:moveTo>
                <a:lnTo>
                  <a:pt x="641625" y="0"/>
                </a:lnTo>
                <a:lnTo>
                  <a:pt x="641625" y="554159"/>
                </a:lnTo>
                <a:lnTo>
                  <a:pt x="0" y="554159"/>
                </a:lnTo>
                <a:lnTo>
                  <a:pt x="0" y="0"/>
                </a:lnTo>
                <a:close/>
              </a:path>
            </a:pathLst>
          </a:custGeom>
          <a:blipFill>
            <a:blip r:embed="rId11"/>
            <a:stretch>
              <a:fillRect l="-247347" t="-277932" r="-147347" b="-26588"/>
            </a:stretch>
          </a:blipFill>
        </p:spPr>
      </p:sp>
      <p:sp>
        <p:nvSpPr>
          <p:cNvPr name="Freeform 24" id="24"/>
          <p:cNvSpPr/>
          <p:nvPr/>
        </p:nvSpPr>
        <p:spPr>
          <a:xfrm flipH="false" flipV="false" rot="0">
            <a:off x="14455865" y="8491038"/>
            <a:ext cx="586261" cy="912889"/>
          </a:xfrm>
          <a:custGeom>
            <a:avLst/>
            <a:gdLst/>
            <a:ahLst/>
            <a:cxnLst/>
            <a:rect r="r" b="b" t="t" l="l"/>
            <a:pathLst>
              <a:path h="912889" w="586261">
                <a:moveTo>
                  <a:pt x="0" y="0"/>
                </a:moveTo>
                <a:lnTo>
                  <a:pt x="586260" y="0"/>
                </a:lnTo>
                <a:lnTo>
                  <a:pt x="586260" y="912890"/>
                </a:lnTo>
                <a:lnTo>
                  <a:pt x="0" y="912890"/>
                </a:lnTo>
                <a:lnTo>
                  <a:pt x="0" y="0"/>
                </a:lnTo>
                <a:close/>
              </a:path>
            </a:pathLst>
          </a:custGeom>
          <a:blipFill>
            <a:blip r:embed="rId12"/>
            <a:stretch>
              <a:fillRect l="-214348" t="-170626" r="-532126" b="-113976"/>
            </a:stretch>
          </a:blipFill>
        </p:spPr>
      </p:sp>
      <p:sp>
        <p:nvSpPr>
          <p:cNvPr name="Freeform 25" id="25"/>
          <p:cNvSpPr/>
          <p:nvPr/>
        </p:nvSpPr>
        <p:spPr>
          <a:xfrm flipH="false" flipV="false" rot="-8486987">
            <a:off x="14760275" y="8303505"/>
            <a:ext cx="2249148" cy="1588461"/>
          </a:xfrm>
          <a:custGeom>
            <a:avLst/>
            <a:gdLst/>
            <a:ahLst/>
            <a:cxnLst/>
            <a:rect r="r" b="b" t="t" l="l"/>
            <a:pathLst>
              <a:path h="1588461" w="2249148">
                <a:moveTo>
                  <a:pt x="0" y="0"/>
                </a:moveTo>
                <a:lnTo>
                  <a:pt x="2249148" y="0"/>
                </a:lnTo>
                <a:lnTo>
                  <a:pt x="2249148" y="1588461"/>
                </a:lnTo>
                <a:lnTo>
                  <a:pt x="0" y="1588461"/>
                </a:lnTo>
                <a:lnTo>
                  <a:pt x="0" y="0"/>
                </a:lnTo>
                <a:close/>
              </a:path>
            </a:pathLst>
          </a:custGeom>
          <a:blipFill>
            <a:blip r:embed="rId13"/>
            <a:stretch>
              <a:fillRect l="0" t="0" r="0" b="0"/>
            </a:stretch>
          </a:blipFill>
        </p:spPr>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TextBox 2" id="2"/>
          <p:cNvSpPr txBox="true"/>
          <p:nvPr/>
        </p:nvSpPr>
        <p:spPr>
          <a:xfrm rot="0">
            <a:off x="1012299" y="1076325"/>
            <a:ext cx="4436235" cy="433131"/>
          </a:xfrm>
          <a:prstGeom prst="rect">
            <a:avLst/>
          </a:prstGeom>
        </p:spPr>
        <p:txBody>
          <a:bodyPr anchor="t" rtlCol="false" tIns="0" lIns="0" bIns="0" rIns="0">
            <a:spAutoFit/>
          </a:bodyPr>
          <a:lstStyle/>
          <a:p>
            <a:pPr algn="l" marL="0" indent="0" lvl="0">
              <a:lnSpc>
                <a:spcPts val="1674"/>
              </a:lnSpc>
            </a:pPr>
            <a:r>
              <a:rPr lang="en-US" b="true" sz="1800" spc="-54">
                <a:solidFill>
                  <a:srgbClr val="FFFEF3"/>
                </a:solidFill>
                <a:latin typeface="Inter 2 Bold"/>
                <a:ea typeface="Inter 2 Bold"/>
                <a:cs typeface="Inter 2 Bold"/>
                <a:sym typeface="Inter 2 Bold"/>
              </a:rPr>
              <a:t>INNOVATING SOLUTIONS FOR A CHANGING WORLD</a:t>
            </a:r>
          </a:p>
        </p:txBody>
      </p:sp>
      <p:sp>
        <p:nvSpPr>
          <p:cNvPr name="TextBox 3" id="3"/>
          <p:cNvSpPr txBox="true"/>
          <p:nvPr/>
        </p:nvSpPr>
        <p:spPr>
          <a:xfrm rot="0">
            <a:off x="877771" y="3605911"/>
            <a:ext cx="13514225" cy="3676957"/>
          </a:xfrm>
          <a:prstGeom prst="rect">
            <a:avLst/>
          </a:prstGeom>
        </p:spPr>
        <p:txBody>
          <a:bodyPr anchor="t" rtlCol="false" tIns="0" lIns="0" bIns="0" rIns="0">
            <a:spAutoFit/>
          </a:bodyPr>
          <a:lstStyle/>
          <a:p>
            <a:pPr algn="l" marL="0" indent="0" lvl="0">
              <a:lnSpc>
                <a:spcPts val="13588"/>
              </a:lnSpc>
              <a:spcBef>
                <a:spcPct val="0"/>
              </a:spcBef>
            </a:pPr>
            <a:r>
              <a:rPr lang="en-US" b="true" sz="17201" spc="-2029">
                <a:solidFill>
                  <a:srgbClr val="FFFFFF"/>
                </a:solidFill>
                <a:latin typeface="Inter 2 Bold"/>
                <a:ea typeface="Inter 2 Bold"/>
                <a:cs typeface="Inter 2 Bold"/>
                <a:sym typeface="Inter 2 Bold"/>
              </a:rPr>
              <a:t>IN CONCLUSION,</a:t>
            </a:r>
          </a:p>
        </p:txBody>
      </p:sp>
      <p:sp>
        <p:nvSpPr>
          <p:cNvPr name="TextBox 4" id="4"/>
          <p:cNvSpPr txBox="true"/>
          <p:nvPr/>
        </p:nvSpPr>
        <p:spPr>
          <a:xfrm rot="0">
            <a:off x="14896495" y="1080739"/>
            <a:ext cx="2458055" cy="712470"/>
          </a:xfrm>
          <a:prstGeom prst="rect">
            <a:avLst/>
          </a:prstGeom>
        </p:spPr>
        <p:txBody>
          <a:bodyPr anchor="t" rtlCol="false" tIns="0" lIns="0" bIns="0" rIns="0">
            <a:spAutoFit/>
          </a:bodyPr>
          <a:lstStyle/>
          <a:p>
            <a:pPr algn="r" marL="0" indent="0" lvl="0">
              <a:lnSpc>
                <a:spcPts val="5114"/>
              </a:lnSpc>
            </a:pPr>
            <a:r>
              <a:rPr lang="en-US" b="true" sz="5499" spc="-164">
                <a:solidFill>
                  <a:srgbClr val="CA0013"/>
                </a:solidFill>
                <a:latin typeface="Inter 2 Bold"/>
                <a:ea typeface="Inter 2 Bold"/>
                <a:cs typeface="Inter 2 Bold"/>
                <a:sym typeface="Inter 2 Bold"/>
              </a:rPr>
              <a:t>(05)</a:t>
            </a:r>
          </a:p>
        </p:txBody>
      </p:sp>
      <p:sp>
        <p:nvSpPr>
          <p:cNvPr name="Freeform 5" id="5"/>
          <p:cNvSpPr/>
          <p:nvPr/>
        </p:nvSpPr>
        <p:spPr>
          <a:xfrm flipH="false" flipV="false" rot="0">
            <a:off x="13956001" y="3523057"/>
            <a:ext cx="3379499" cy="3937915"/>
          </a:xfrm>
          <a:custGeom>
            <a:avLst/>
            <a:gdLst/>
            <a:ahLst/>
            <a:cxnLst/>
            <a:rect r="r" b="b" t="t" l="l"/>
            <a:pathLst>
              <a:path h="3937915" w="3379499">
                <a:moveTo>
                  <a:pt x="0" y="0"/>
                </a:moveTo>
                <a:lnTo>
                  <a:pt x="3379499" y="0"/>
                </a:lnTo>
                <a:lnTo>
                  <a:pt x="3379499" y="3937915"/>
                </a:lnTo>
                <a:lnTo>
                  <a:pt x="0" y="3937915"/>
                </a:lnTo>
                <a:lnTo>
                  <a:pt x="0" y="0"/>
                </a:lnTo>
                <a:close/>
              </a:path>
            </a:pathLst>
          </a:custGeom>
          <a:blipFill>
            <a:blip r:embed="rId2"/>
            <a:stretch>
              <a:fillRect l="-54636" t="-15629" r="-61544" b="-15629"/>
            </a:stretch>
          </a:blipFill>
        </p:spPr>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TextBox 2" id="2"/>
          <p:cNvSpPr txBox="true"/>
          <p:nvPr/>
        </p:nvSpPr>
        <p:spPr>
          <a:xfrm rot="0">
            <a:off x="701640" y="4498975"/>
            <a:ext cx="16557660" cy="1479551"/>
          </a:xfrm>
          <a:prstGeom prst="rect">
            <a:avLst/>
          </a:prstGeom>
        </p:spPr>
        <p:txBody>
          <a:bodyPr anchor="t" rtlCol="false" tIns="0" lIns="0" bIns="0" rIns="0">
            <a:spAutoFit/>
          </a:bodyPr>
          <a:lstStyle/>
          <a:p>
            <a:pPr algn="ctr" marL="0" indent="0" lvl="0">
              <a:lnSpc>
                <a:spcPts val="11000"/>
              </a:lnSpc>
            </a:pPr>
            <a:r>
              <a:rPr lang="en-US" b="true" sz="11000" spc="-1210">
                <a:solidFill>
                  <a:srgbClr val="CA0013"/>
                </a:solidFill>
                <a:latin typeface="Inter 2 Bold"/>
                <a:ea typeface="Inter 2 Bold"/>
                <a:cs typeface="Inter 2 Bold"/>
                <a:sym typeface="Inter 2 Bold"/>
              </a:rPr>
              <a:t>GUIDELINE</a:t>
            </a:r>
          </a:p>
        </p:txBody>
      </p:sp>
      <p:sp>
        <p:nvSpPr>
          <p:cNvPr name="Freeform 3" id="3"/>
          <p:cNvSpPr/>
          <p:nvPr/>
        </p:nvSpPr>
        <p:spPr>
          <a:xfrm flipH="false" flipV="false" rot="0">
            <a:off x="3316702" y="526343"/>
            <a:ext cx="1474814" cy="1176287"/>
          </a:xfrm>
          <a:custGeom>
            <a:avLst/>
            <a:gdLst/>
            <a:ahLst/>
            <a:cxnLst/>
            <a:rect r="r" b="b" t="t" l="l"/>
            <a:pathLst>
              <a:path h="1176287" w="1474814">
                <a:moveTo>
                  <a:pt x="0" y="0"/>
                </a:moveTo>
                <a:lnTo>
                  <a:pt x="1474814" y="0"/>
                </a:lnTo>
                <a:lnTo>
                  <a:pt x="1474814" y="1176287"/>
                </a:lnTo>
                <a:lnTo>
                  <a:pt x="0" y="1176287"/>
                </a:lnTo>
                <a:lnTo>
                  <a:pt x="0" y="0"/>
                </a:lnTo>
                <a:close/>
              </a:path>
            </a:pathLst>
          </a:custGeom>
          <a:blipFill>
            <a:blip r:embed="rId2"/>
            <a:stretch>
              <a:fillRect l="0" t="-12689" r="0" b="-12689"/>
            </a:stretch>
          </a:blipFill>
        </p:spPr>
      </p:sp>
      <p:sp>
        <p:nvSpPr>
          <p:cNvPr name="Freeform 4" id="4"/>
          <p:cNvSpPr/>
          <p:nvPr/>
        </p:nvSpPr>
        <p:spPr>
          <a:xfrm flipH="false" flipV="false" rot="0">
            <a:off x="798080" y="869845"/>
            <a:ext cx="2356649" cy="951666"/>
          </a:xfrm>
          <a:custGeom>
            <a:avLst/>
            <a:gdLst/>
            <a:ahLst/>
            <a:cxnLst/>
            <a:rect r="r" b="b" t="t" l="l"/>
            <a:pathLst>
              <a:path h="951666" w="2356649">
                <a:moveTo>
                  <a:pt x="0" y="0"/>
                </a:moveTo>
                <a:lnTo>
                  <a:pt x="2356649" y="0"/>
                </a:lnTo>
                <a:lnTo>
                  <a:pt x="2356649" y="951666"/>
                </a:lnTo>
                <a:lnTo>
                  <a:pt x="0" y="951666"/>
                </a:lnTo>
                <a:lnTo>
                  <a:pt x="0" y="0"/>
                </a:lnTo>
                <a:close/>
              </a:path>
            </a:pathLst>
          </a:custGeom>
          <a:blipFill>
            <a:blip r:embed="rId3"/>
            <a:stretch>
              <a:fillRect l="0" t="0" r="0" b="0"/>
            </a:stretch>
          </a:blipFill>
        </p:spPr>
      </p:sp>
      <p:sp>
        <p:nvSpPr>
          <p:cNvPr name="Freeform 5" id="5"/>
          <p:cNvSpPr/>
          <p:nvPr/>
        </p:nvSpPr>
        <p:spPr>
          <a:xfrm flipH="false" flipV="false" rot="0">
            <a:off x="15183950" y="976579"/>
            <a:ext cx="2115470" cy="563244"/>
          </a:xfrm>
          <a:custGeom>
            <a:avLst/>
            <a:gdLst/>
            <a:ahLst/>
            <a:cxnLst/>
            <a:rect r="r" b="b" t="t" l="l"/>
            <a:pathLst>
              <a:path h="563244" w="2115470">
                <a:moveTo>
                  <a:pt x="0" y="0"/>
                </a:moveTo>
                <a:lnTo>
                  <a:pt x="2115470" y="0"/>
                </a:lnTo>
                <a:lnTo>
                  <a:pt x="2115470" y="563244"/>
                </a:lnTo>
                <a:lnTo>
                  <a:pt x="0" y="563244"/>
                </a:lnTo>
                <a:lnTo>
                  <a:pt x="0" y="0"/>
                </a:lnTo>
                <a:close/>
              </a:path>
            </a:pathLst>
          </a:custGeom>
          <a:blipFill>
            <a:blip r:embed="rId4"/>
            <a:stretch>
              <a:fillRect l="0" t="0" r="0" b="0"/>
            </a:stretch>
          </a:blipFill>
        </p:spPr>
      </p:sp>
      <p:sp>
        <p:nvSpPr>
          <p:cNvPr name="Freeform 6" id="6"/>
          <p:cNvSpPr/>
          <p:nvPr/>
        </p:nvSpPr>
        <p:spPr>
          <a:xfrm flipH="false" flipV="false" rot="0">
            <a:off x="12436170" y="962441"/>
            <a:ext cx="2559789" cy="690273"/>
          </a:xfrm>
          <a:custGeom>
            <a:avLst/>
            <a:gdLst/>
            <a:ahLst/>
            <a:cxnLst/>
            <a:rect r="r" b="b" t="t" l="l"/>
            <a:pathLst>
              <a:path h="690273" w="2559789">
                <a:moveTo>
                  <a:pt x="0" y="0"/>
                </a:moveTo>
                <a:lnTo>
                  <a:pt x="2559789" y="0"/>
                </a:lnTo>
                <a:lnTo>
                  <a:pt x="2559789" y="690273"/>
                </a:lnTo>
                <a:lnTo>
                  <a:pt x="0" y="690273"/>
                </a:lnTo>
                <a:lnTo>
                  <a:pt x="0" y="0"/>
                </a:lnTo>
                <a:close/>
              </a:path>
            </a:pathLst>
          </a:custGeom>
          <a:blipFill>
            <a:blip r:embed="rId5"/>
            <a:stretch>
              <a:fillRect l="0" t="-81183" r="0" b="-81183"/>
            </a:stretch>
          </a:blipFill>
        </p:spPr>
      </p:sp>
      <p:sp>
        <p:nvSpPr>
          <p:cNvPr name="Freeform 7" id="7"/>
          <p:cNvSpPr/>
          <p:nvPr/>
        </p:nvSpPr>
        <p:spPr>
          <a:xfrm flipH="false" flipV="false" rot="0">
            <a:off x="8144814" y="614567"/>
            <a:ext cx="1948408" cy="1477476"/>
          </a:xfrm>
          <a:custGeom>
            <a:avLst/>
            <a:gdLst/>
            <a:ahLst/>
            <a:cxnLst/>
            <a:rect r="r" b="b" t="t" l="l"/>
            <a:pathLst>
              <a:path h="1477476" w="1948408">
                <a:moveTo>
                  <a:pt x="0" y="0"/>
                </a:moveTo>
                <a:lnTo>
                  <a:pt x="1948408" y="0"/>
                </a:lnTo>
                <a:lnTo>
                  <a:pt x="1948408" y="1477476"/>
                </a:lnTo>
                <a:lnTo>
                  <a:pt x="0" y="1477476"/>
                </a:lnTo>
                <a:lnTo>
                  <a:pt x="0" y="0"/>
                </a:lnTo>
                <a:close/>
              </a:path>
            </a:pathLst>
          </a:custGeom>
          <a:blipFill>
            <a:blip r:embed="rId6"/>
            <a:stretch>
              <a:fillRect l="-30064" t="0" r="-21595" b="0"/>
            </a:stretch>
          </a:blipFill>
        </p:spPr>
      </p:sp>
    </p:spTree>
  </p:cSld>
  <p:clrMapOvr>
    <a:masterClrMapping/>
  </p:clrMapOvr>
</p:sld>
</file>

<file path=ppt/slides/slide14.xml><?xml version="1.0" encoding="utf-8"?>
<p:sld xmlns:p="http://schemas.openxmlformats.org/presentationml/2006/main" xmlns:a="http://schemas.openxmlformats.org/drawingml/2006/main">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9271544" y="3839047"/>
            <a:ext cx="2565525" cy="2401768"/>
            <a:chOff x="0" y="0"/>
            <a:chExt cx="596900" cy="558800"/>
          </a:xfrm>
        </p:grpSpPr>
        <p:sp>
          <p:nvSpPr>
            <p:cNvPr name="Freeform 3" id="3"/>
            <p:cNvSpPr/>
            <p:nvPr/>
          </p:nvSpPr>
          <p:spPr>
            <a:xfrm flipH="false" flipV="false" rot="0">
              <a:off x="0" y="0"/>
              <a:ext cx="596900" cy="558800"/>
            </a:xfrm>
            <a:custGeom>
              <a:avLst/>
              <a:gdLst/>
              <a:ahLst/>
              <a:cxnLst/>
              <a:rect r="r" b="b" t="t" l="l"/>
              <a:pathLst>
                <a:path h="558800" w="596900">
                  <a:moveTo>
                    <a:pt x="596900" y="0"/>
                  </a:moveTo>
                  <a:lnTo>
                    <a:pt x="596900" y="304800"/>
                  </a:lnTo>
                  <a:lnTo>
                    <a:pt x="330200" y="558800"/>
                  </a:lnTo>
                  <a:lnTo>
                    <a:pt x="0" y="558800"/>
                  </a:lnTo>
                  <a:lnTo>
                    <a:pt x="0" y="248920"/>
                  </a:lnTo>
                  <a:lnTo>
                    <a:pt x="262890" y="0"/>
                  </a:lnTo>
                  <a:lnTo>
                    <a:pt x="596900" y="0"/>
                  </a:lnTo>
                  <a:close/>
                </a:path>
              </a:pathLst>
            </a:custGeom>
            <a:solidFill>
              <a:srgbClr val="CA0013"/>
            </a:solidFill>
          </p:spPr>
        </p:sp>
        <p:sp>
          <p:nvSpPr>
            <p:cNvPr name="TextBox 4" id="4"/>
            <p:cNvSpPr txBox="true"/>
            <p:nvPr/>
          </p:nvSpPr>
          <p:spPr>
            <a:xfrm>
              <a:off x="101600" y="209550"/>
              <a:ext cx="393700" cy="217170"/>
            </a:xfrm>
            <a:prstGeom prst="rect">
              <a:avLst/>
            </a:prstGeom>
          </p:spPr>
          <p:txBody>
            <a:bodyPr anchor="ctr" rtlCol="false" tIns="50800" lIns="50800" bIns="50800" rIns="50800"/>
            <a:lstStyle/>
            <a:p>
              <a:pPr algn="ctr">
                <a:lnSpc>
                  <a:spcPts val="1659"/>
                </a:lnSpc>
              </a:pPr>
            </a:p>
          </p:txBody>
        </p:sp>
      </p:grpSp>
      <p:grpSp>
        <p:nvGrpSpPr>
          <p:cNvPr name="Group 5" id="5"/>
          <p:cNvGrpSpPr/>
          <p:nvPr/>
        </p:nvGrpSpPr>
        <p:grpSpPr>
          <a:xfrm rot="0">
            <a:off x="9271544" y="7184859"/>
            <a:ext cx="1780420" cy="1666777"/>
            <a:chOff x="0" y="0"/>
            <a:chExt cx="596900" cy="558800"/>
          </a:xfrm>
        </p:grpSpPr>
        <p:sp>
          <p:nvSpPr>
            <p:cNvPr name="Freeform 6" id="6"/>
            <p:cNvSpPr/>
            <p:nvPr/>
          </p:nvSpPr>
          <p:spPr>
            <a:xfrm flipH="false" flipV="false" rot="0">
              <a:off x="0" y="0"/>
              <a:ext cx="596900" cy="558800"/>
            </a:xfrm>
            <a:custGeom>
              <a:avLst/>
              <a:gdLst/>
              <a:ahLst/>
              <a:cxnLst/>
              <a:rect r="r" b="b" t="t" l="l"/>
              <a:pathLst>
                <a:path h="558800" w="596900">
                  <a:moveTo>
                    <a:pt x="596900" y="0"/>
                  </a:moveTo>
                  <a:lnTo>
                    <a:pt x="596900" y="304800"/>
                  </a:lnTo>
                  <a:lnTo>
                    <a:pt x="330200" y="558800"/>
                  </a:lnTo>
                  <a:lnTo>
                    <a:pt x="0" y="558800"/>
                  </a:lnTo>
                  <a:lnTo>
                    <a:pt x="0" y="248920"/>
                  </a:lnTo>
                  <a:lnTo>
                    <a:pt x="262890" y="0"/>
                  </a:lnTo>
                  <a:lnTo>
                    <a:pt x="596900" y="0"/>
                  </a:lnTo>
                  <a:close/>
                </a:path>
              </a:pathLst>
            </a:custGeom>
            <a:solidFill>
              <a:srgbClr val="636363"/>
            </a:solidFill>
          </p:spPr>
        </p:sp>
        <p:sp>
          <p:nvSpPr>
            <p:cNvPr name="TextBox 7" id="7"/>
            <p:cNvSpPr txBox="true"/>
            <p:nvPr/>
          </p:nvSpPr>
          <p:spPr>
            <a:xfrm>
              <a:off x="101600" y="209550"/>
              <a:ext cx="393700" cy="217170"/>
            </a:xfrm>
            <a:prstGeom prst="rect">
              <a:avLst/>
            </a:prstGeom>
          </p:spPr>
          <p:txBody>
            <a:bodyPr anchor="ctr" rtlCol="false" tIns="50800" lIns="50800" bIns="50800" rIns="50800"/>
            <a:lstStyle/>
            <a:p>
              <a:pPr algn="ctr">
                <a:lnSpc>
                  <a:spcPts val="1659"/>
                </a:lnSpc>
              </a:pPr>
            </a:p>
          </p:txBody>
        </p:sp>
      </p:grpSp>
      <p:grpSp>
        <p:nvGrpSpPr>
          <p:cNvPr name="Group 8" id="8"/>
          <p:cNvGrpSpPr/>
          <p:nvPr/>
        </p:nvGrpSpPr>
        <p:grpSpPr>
          <a:xfrm rot="0">
            <a:off x="11982197" y="3839047"/>
            <a:ext cx="2565525" cy="2401768"/>
            <a:chOff x="0" y="0"/>
            <a:chExt cx="596900" cy="558800"/>
          </a:xfrm>
        </p:grpSpPr>
        <p:sp>
          <p:nvSpPr>
            <p:cNvPr name="Freeform 9" id="9"/>
            <p:cNvSpPr/>
            <p:nvPr/>
          </p:nvSpPr>
          <p:spPr>
            <a:xfrm flipH="false" flipV="false" rot="0">
              <a:off x="0" y="0"/>
              <a:ext cx="596900" cy="558800"/>
            </a:xfrm>
            <a:custGeom>
              <a:avLst/>
              <a:gdLst/>
              <a:ahLst/>
              <a:cxnLst/>
              <a:rect r="r" b="b" t="t" l="l"/>
              <a:pathLst>
                <a:path h="558800" w="596900">
                  <a:moveTo>
                    <a:pt x="596900" y="0"/>
                  </a:moveTo>
                  <a:lnTo>
                    <a:pt x="596900" y="304800"/>
                  </a:lnTo>
                  <a:lnTo>
                    <a:pt x="330200" y="558800"/>
                  </a:lnTo>
                  <a:lnTo>
                    <a:pt x="0" y="558800"/>
                  </a:lnTo>
                  <a:lnTo>
                    <a:pt x="0" y="248920"/>
                  </a:lnTo>
                  <a:lnTo>
                    <a:pt x="262890" y="0"/>
                  </a:lnTo>
                  <a:lnTo>
                    <a:pt x="596900" y="0"/>
                  </a:lnTo>
                  <a:close/>
                </a:path>
              </a:pathLst>
            </a:custGeom>
            <a:solidFill>
              <a:srgbClr val="000000"/>
            </a:solidFill>
            <a:ln w="9525" cap="sq">
              <a:solidFill>
                <a:srgbClr val="FFFFFF"/>
              </a:solidFill>
              <a:prstDash val="solid"/>
              <a:miter/>
            </a:ln>
          </p:spPr>
        </p:sp>
        <p:sp>
          <p:nvSpPr>
            <p:cNvPr name="TextBox 10" id="10"/>
            <p:cNvSpPr txBox="true"/>
            <p:nvPr/>
          </p:nvSpPr>
          <p:spPr>
            <a:xfrm>
              <a:off x="101600" y="209550"/>
              <a:ext cx="393700" cy="217170"/>
            </a:xfrm>
            <a:prstGeom prst="rect">
              <a:avLst/>
            </a:prstGeom>
          </p:spPr>
          <p:txBody>
            <a:bodyPr anchor="ctr" rtlCol="false" tIns="50800" lIns="50800" bIns="50800" rIns="50800"/>
            <a:lstStyle/>
            <a:p>
              <a:pPr algn="ctr">
                <a:lnSpc>
                  <a:spcPts val="1659"/>
                </a:lnSpc>
              </a:pPr>
            </a:p>
          </p:txBody>
        </p:sp>
      </p:grpSp>
      <p:grpSp>
        <p:nvGrpSpPr>
          <p:cNvPr name="Group 11" id="11"/>
          <p:cNvGrpSpPr/>
          <p:nvPr/>
        </p:nvGrpSpPr>
        <p:grpSpPr>
          <a:xfrm rot="0">
            <a:off x="14693775" y="3839047"/>
            <a:ext cx="2565525" cy="2401768"/>
            <a:chOff x="0" y="0"/>
            <a:chExt cx="596900" cy="558800"/>
          </a:xfrm>
        </p:grpSpPr>
        <p:sp>
          <p:nvSpPr>
            <p:cNvPr name="Freeform 12" id="12"/>
            <p:cNvSpPr/>
            <p:nvPr/>
          </p:nvSpPr>
          <p:spPr>
            <a:xfrm flipH="false" flipV="false" rot="0">
              <a:off x="0" y="0"/>
              <a:ext cx="596900" cy="558800"/>
            </a:xfrm>
            <a:custGeom>
              <a:avLst/>
              <a:gdLst/>
              <a:ahLst/>
              <a:cxnLst/>
              <a:rect r="r" b="b" t="t" l="l"/>
              <a:pathLst>
                <a:path h="558800" w="596900">
                  <a:moveTo>
                    <a:pt x="596900" y="0"/>
                  </a:moveTo>
                  <a:lnTo>
                    <a:pt x="596900" y="304800"/>
                  </a:lnTo>
                  <a:lnTo>
                    <a:pt x="330200" y="558800"/>
                  </a:lnTo>
                  <a:lnTo>
                    <a:pt x="0" y="558800"/>
                  </a:lnTo>
                  <a:lnTo>
                    <a:pt x="0" y="248920"/>
                  </a:lnTo>
                  <a:lnTo>
                    <a:pt x="262890" y="0"/>
                  </a:lnTo>
                  <a:lnTo>
                    <a:pt x="596900" y="0"/>
                  </a:lnTo>
                  <a:close/>
                </a:path>
              </a:pathLst>
            </a:custGeom>
            <a:solidFill>
              <a:srgbClr val="FFFEF3"/>
            </a:solidFill>
            <a:ln w="9525" cap="sq">
              <a:solidFill>
                <a:srgbClr val="000000"/>
              </a:solidFill>
              <a:prstDash val="solid"/>
              <a:miter/>
            </a:ln>
          </p:spPr>
        </p:sp>
        <p:sp>
          <p:nvSpPr>
            <p:cNvPr name="TextBox 13" id="13"/>
            <p:cNvSpPr txBox="true"/>
            <p:nvPr/>
          </p:nvSpPr>
          <p:spPr>
            <a:xfrm>
              <a:off x="101600" y="209550"/>
              <a:ext cx="393700" cy="217170"/>
            </a:xfrm>
            <a:prstGeom prst="rect">
              <a:avLst/>
            </a:prstGeom>
          </p:spPr>
          <p:txBody>
            <a:bodyPr anchor="ctr" rtlCol="false" tIns="50800" lIns="50800" bIns="50800" rIns="50800"/>
            <a:lstStyle/>
            <a:p>
              <a:pPr algn="ctr">
                <a:lnSpc>
                  <a:spcPts val="1659"/>
                </a:lnSpc>
              </a:pPr>
            </a:p>
          </p:txBody>
        </p:sp>
      </p:grpSp>
      <p:sp>
        <p:nvSpPr>
          <p:cNvPr name="TextBox 14" id="14"/>
          <p:cNvSpPr txBox="true"/>
          <p:nvPr/>
        </p:nvSpPr>
        <p:spPr>
          <a:xfrm rot="0">
            <a:off x="1028700" y="4652732"/>
            <a:ext cx="6162919" cy="1249046"/>
          </a:xfrm>
          <a:prstGeom prst="rect">
            <a:avLst/>
          </a:prstGeom>
        </p:spPr>
        <p:txBody>
          <a:bodyPr anchor="t" rtlCol="false" tIns="0" lIns="0" bIns="0" rIns="0">
            <a:spAutoFit/>
          </a:bodyPr>
          <a:lstStyle/>
          <a:p>
            <a:pPr algn="l" marL="0" indent="0" lvl="0">
              <a:lnSpc>
                <a:spcPts val="8690"/>
              </a:lnSpc>
            </a:pPr>
            <a:r>
              <a:rPr lang="en-US" b="true" sz="11000" spc="-1100">
                <a:solidFill>
                  <a:srgbClr val="FFFFFF"/>
                </a:solidFill>
                <a:latin typeface="Inter 2 Bold"/>
                <a:ea typeface="Inter 2 Bold"/>
                <a:cs typeface="Inter 2 Bold"/>
                <a:sym typeface="Inter 2 Bold"/>
              </a:rPr>
              <a:t>title  110pt</a:t>
            </a:r>
          </a:p>
        </p:txBody>
      </p:sp>
      <p:sp>
        <p:nvSpPr>
          <p:cNvPr name="TextBox 15" id="15"/>
          <p:cNvSpPr txBox="true"/>
          <p:nvPr/>
        </p:nvSpPr>
        <p:spPr>
          <a:xfrm rot="0">
            <a:off x="1028700" y="5707218"/>
            <a:ext cx="6162919" cy="629285"/>
          </a:xfrm>
          <a:prstGeom prst="rect">
            <a:avLst/>
          </a:prstGeom>
        </p:spPr>
        <p:txBody>
          <a:bodyPr anchor="t" rtlCol="false" tIns="0" lIns="0" bIns="0" rIns="0">
            <a:spAutoFit/>
          </a:bodyPr>
          <a:lstStyle/>
          <a:p>
            <a:pPr algn="l" marL="0" indent="0" lvl="0">
              <a:lnSpc>
                <a:spcPts val="4344"/>
              </a:lnSpc>
            </a:pPr>
            <a:r>
              <a:rPr lang="en-US" b="true" sz="5499" spc="-549">
                <a:solidFill>
                  <a:srgbClr val="FFFFFF"/>
                </a:solidFill>
                <a:latin typeface="Inter 2 Bold"/>
                <a:ea typeface="Inter 2 Bold"/>
                <a:cs typeface="Inter 2 Bold"/>
                <a:sym typeface="Inter 2 Bold"/>
              </a:rPr>
              <a:t>subttile 55pt</a:t>
            </a:r>
          </a:p>
        </p:txBody>
      </p:sp>
      <p:sp>
        <p:nvSpPr>
          <p:cNvPr name="TextBox 16" id="16"/>
          <p:cNvSpPr txBox="true"/>
          <p:nvPr/>
        </p:nvSpPr>
        <p:spPr>
          <a:xfrm rot="0">
            <a:off x="15017406" y="3301640"/>
            <a:ext cx="2241894" cy="406527"/>
          </a:xfrm>
          <a:prstGeom prst="rect">
            <a:avLst/>
          </a:prstGeom>
        </p:spPr>
        <p:txBody>
          <a:bodyPr anchor="t" rtlCol="false" tIns="0" lIns="0" bIns="0" rIns="0">
            <a:spAutoFit/>
          </a:bodyPr>
          <a:lstStyle/>
          <a:p>
            <a:pPr algn="r" marL="0" indent="0" lvl="0">
              <a:lnSpc>
                <a:spcPts val="2844"/>
              </a:lnSpc>
            </a:pPr>
            <a:r>
              <a:rPr lang="en-US" b="true" sz="3600" spc="-359">
                <a:solidFill>
                  <a:srgbClr val="FFFFFF"/>
                </a:solidFill>
                <a:latin typeface="Inter 2 Bold"/>
                <a:ea typeface="Inter 2 Bold"/>
                <a:cs typeface="Inter 2 Bold"/>
                <a:sym typeface="Inter 2 Bold"/>
              </a:rPr>
              <a:t>primary</a:t>
            </a:r>
          </a:p>
        </p:txBody>
      </p:sp>
      <p:sp>
        <p:nvSpPr>
          <p:cNvPr name="TextBox 17" id="17"/>
          <p:cNvSpPr txBox="true"/>
          <p:nvPr/>
        </p:nvSpPr>
        <p:spPr>
          <a:xfrm rot="0">
            <a:off x="1028700" y="7412711"/>
            <a:ext cx="3081460" cy="267843"/>
          </a:xfrm>
          <a:prstGeom prst="rect">
            <a:avLst/>
          </a:prstGeom>
        </p:spPr>
        <p:txBody>
          <a:bodyPr anchor="t" rtlCol="false" tIns="0" lIns="0" bIns="0" rIns="0">
            <a:spAutoFit/>
          </a:bodyPr>
          <a:lstStyle/>
          <a:p>
            <a:pPr algn="l" marL="0" indent="0" lvl="0">
              <a:lnSpc>
                <a:spcPts val="1896"/>
              </a:lnSpc>
            </a:pPr>
            <a:r>
              <a:rPr lang="en-US" b="true" sz="2400" spc="-240">
                <a:solidFill>
                  <a:srgbClr val="FFFFFF"/>
                </a:solidFill>
                <a:latin typeface="Inter 2 Bold"/>
                <a:ea typeface="Inter 2 Bold"/>
                <a:cs typeface="Inter 2 Bold"/>
                <a:sym typeface="Inter 2 Bold"/>
              </a:rPr>
              <a:t>heading  level 4 - 24pt</a:t>
            </a:r>
          </a:p>
        </p:txBody>
      </p:sp>
      <p:sp>
        <p:nvSpPr>
          <p:cNvPr name="TextBox 18" id="18"/>
          <p:cNvSpPr txBox="true"/>
          <p:nvPr/>
        </p:nvSpPr>
        <p:spPr>
          <a:xfrm rot="0">
            <a:off x="1028700" y="6910934"/>
            <a:ext cx="6162919" cy="406527"/>
          </a:xfrm>
          <a:prstGeom prst="rect">
            <a:avLst/>
          </a:prstGeom>
        </p:spPr>
        <p:txBody>
          <a:bodyPr anchor="t" rtlCol="false" tIns="0" lIns="0" bIns="0" rIns="0">
            <a:spAutoFit/>
          </a:bodyPr>
          <a:lstStyle/>
          <a:p>
            <a:pPr algn="l" marL="0" indent="0" lvl="0">
              <a:lnSpc>
                <a:spcPts val="2844"/>
              </a:lnSpc>
            </a:pPr>
            <a:r>
              <a:rPr lang="en-US" b="true" sz="3600" spc="-359">
                <a:solidFill>
                  <a:srgbClr val="FFFFFF"/>
                </a:solidFill>
                <a:latin typeface="Inter 2 Bold"/>
                <a:ea typeface="Inter 2 Bold"/>
                <a:cs typeface="Inter 2 Bold"/>
                <a:sym typeface="Inter 2 Bold"/>
              </a:rPr>
              <a:t>heading  level 3 - 36pt</a:t>
            </a:r>
          </a:p>
        </p:txBody>
      </p:sp>
      <p:sp>
        <p:nvSpPr>
          <p:cNvPr name="TextBox 19" id="19"/>
          <p:cNvSpPr txBox="true"/>
          <p:nvPr/>
        </p:nvSpPr>
        <p:spPr>
          <a:xfrm rot="0">
            <a:off x="11254492" y="7318209"/>
            <a:ext cx="2241894" cy="406527"/>
          </a:xfrm>
          <a:prstGeom prst="rect">
            <a:avLst/>
          </a:prstGeom>
        </p:spPr>
        <p:txBody>
          <a:bodyPr anchor="t" rtlCol="false" tIns="0" lIns="0" bIns="0" rIns="0">
            <a:spAutoFit/>
          </a:bodyPr>
          <a:lstStyle/>
          <a:p>
            <a:pPr algn="l" marL="0" indent="0" lvl="0">
              <a:lnSpc>
                <a:spcPts val="2844"/>
              </a:lnSpc>
            </a:pPr>
            <a:r>
              <a:rPr lang="en-US" b="true" sz="3600" spc="-359">
                <a:solidFill>
                  <a:srgbClr val="000000"/>
                </a:solidFill>
                <a:latin typeface="Inter 2 Bold"/>
                <a:ea typeface="Inter 2 Bold"/>
                <a:cs typeface="Inter 2 Bold"/>
                <a:sym typeface="Inter 2 Bold"/>
              </a:rPr>
              <a:t>secondary</a:t>
            </a:r>
          </a:p>
        </p:txBody>
      </p:sp>
      <p:sp>
        <p:nvSpPr>
          <p:cNvPr name="TextBox 20" id="20"/>
          <p:cNvSpPr txBox="true"/>
          <p:nvPr/>
        </p:nvSpPr>
        <p:spPr>
          <a:xfrm rot="0">
            <a:off x="1028700" y="7933538"/>
            <a:ext cx="6162919" cy="227965"/>
          </a:xfrm>
          <a:prstGeom prst="rect">
            <a:avLst/>
          </a:prstGeom>
        </p:spPr>
        <p:txBody>
          <a:bodyPr anchor="t" rtlCol="false" tIns="0" lIns="0" bIns="0" rIns="0">
            <a:spAutoFit/>
          </a:bodyPr>
          <a:lstStyle/>
          <a:p>
            <a:pPr algn="l" marL="0" indent="0" lvl="0">
              <a:lnSpc>
                <a:spcPts val="1580"/>
              </a:lnSpc>
            </a:pPr>
            <a:r>
              <a:rPr lang="en-US" sz="2000" spc="-200">
                <a:solidFill>
                  <a:srgbClr val="FFFFFF"/>
                </a:solidFill>
                <a:latin typeface="Inter 2"/>
                <a:ea typeface="Inter 2"/>
                <a:cs typeface="Inter 2"/>
                <a:sym typeface="Inter 2"/>
              </a:rPr>
              <a:t>subheading  20pt bold</a:t>
            </a:r>
          </a:p>
        </p:txBody>
      </p:sp>
      <p:sp>
        <p:nvSpPr>
          <p:cNvPr name="TextBox 21" id="21"/>
          <p:cNvSpPr txBox="true"/>
          <p:nvPr/>
        </p:nvSpPr>
        <p:spPr>
          <a:xfrm rot="0">
            <a:off x="1028700" y="8175584"/>
            <a:ext cx="6162919" cy="198501"/>
          </a:xfrm>
          <a:prstGeom prst="rect">
            <a:avLst/>
          </a:prstGeom>
        </p:spPr>
        <p:txBody>
          <a:bodyPr anchor="t" rtlCol="false" tIns="0" lIns="0" bIns="0" rIns="0">
            <a:spAutoFit/>
          </a:bodyPr>
          <a:lstStyle/>
          <a:p>
            <a:pPr algn="l" marL="0" indent="0" lvl="0">
              <a:lnSpc>
                <a:spcPts val="1422"/>
              </a:lnSpc>
            </a:pPr>
            <a:r>
              <a:rPr lang="en-US" sz="1800" spc="-179">
                <a:solidFill>
                  <a:srgbClr val="FFFFFF"/>
                </a:solidFill>
                <a:latin typeface="Inter 2"/>
                <a:ea typeface="Inter 2"/>
                <a:cs typeface="Inter 2"/>
                <a:sym typeface="Inter 2"/>
              </a:rPr>
              <a:t>papargraph text - 18pt</a:t>
            </a:r>
          </a:p>
        </p:txBody>
      </p:sp>
      <p:sp>
        <p:nvSpPr>
          <p:cNvPr name="TextBox 22" id="22"/>
          <p:cNvSpPr txBox="true"/>
          <p:nvPr/>
        </p:nvSpPr>
        <p:spPr>
          <a:xfrm rot="0">
            <a:off x="9271544" y="6556151"/>
            <a:ext cx="1473181" cy="198501"/>
          </a:xfrm>
          <a:prstGeom prst="rect">
            <a:avLst/>
          </a:prstGeom>
        </p:spPr>
        <p:txBody>
          <a:bodyPr anchor="t" rtlCol="false" tIns="0" lIns="0" bIns="0" rIns="0">
            <a:spAutoFit/>
          </a:bodyPr>
          <a:lstStyle/>
          <a:p>
            <a:pPr algn="l" marL="0" indent="0" lvl="0">
              <a:lnSpc>
                <a:spcPts val="1422"/>
              </a:lnSpc>
            </a:pPr>
            <a:r>
              <a:rPr lang="en-US" sz="1800" spc="-179">
                <a:solidFill>
                  <a:srgbClr val="FFFFFF"/>
                </a:solidFill>
                <a:latin typeface="Inter 2"/>
                <a:ea typeface="Inter 2"/>
                <a:cs typeface="Inter 2"/>
                <a:sym typeface="Inter 2"/>
              </a:rPr>
              <a:t>#CA0013</a:t>
            </a:r>
          </a:p>
        </p:txBody>
      </p:sp>
      <p:sp>
        <p:nvSpPr>
          <p:cNvPr name="TextBox 23" id="23"/>
          <p:cNvSpPr txBox="true"/>
          <p:nvPr/>
        </p:nvSpPr>
        <p:spPr>
          <a:xfrm rot="0">
            <a:off x="9271544" y="9165961"/>
            <a:ext cx="1473181" cy="198501"/>
          </a:xfrm>
          <a:prstGeom prst="rect">
            <a:avLst/>
          </a:prstGeom>
        </p:spPr>
        <p:txBody>
          <a:bodyPr anchor="t" rtlCol="false" tIns="0" lIns="0" bIns="0" rIns="0">
            <a:spAutoFit/>
          </a:bodyPr>
          <a:lstStyle/>
          <a:p>
            <a:pPr algn="l" marL="0" indent="0" lvl="0">
              <a:lnSpc>
                <a:spcPts val="1422"/>
              </a:lnSpc>
            </a:pPr>
            <a:r>
              <a:rPr lang="en-US" sz="1800" spc="-179">
                <a:solidFill>
                  <a:srgbClr val="FFFFFF"/>
                </a:solidFill>
                <a:latin typeface="Inter 2"/>
                <a:ea typeface="Inter 2"/>
                <a:cs typeface="Inter 2"/>
                <a:sym typeface="Inter 2"/>
              </a:rPr>
              <a:t>#636363</a:t>
            </a:r>
          </a:p>
        </p:txBody>
      </p:sp>
      <p:sp>
        <p:nvSpPr>
          <p:cNvPr name="TextBox 24" id="24"/>
          <p:cNvSpPr txBox="true"/>
          <p:nvPr/>
        </p:nvSpPr>
        <p:spPr>
          <a:xfrm rot="0">
            <a:off x="12023205" y="6556151"/>
            <a:ext cx="1473181" cy="198501"/>
          </a:xfrm>
          <a:prstGeom prst="rect">
            <a:avLst/>
          </a:prstGeom>
        </p:spPr>
        <p:txBody>
          <a:bodyPr anchor="t" rtlCol="false" tIns="0" lIns="0" bIns="0" rIns="0">
            <a:spAutoFit/>
          </a:bodyPr>
          <a:lstStyle/>
          <a:p>
            <a:pPr algn="l" marL="0" indent="0" lvl="0">
              <a:lnSpc>
                <a:spcPts val="1422"/>
              </a:lnSpc>
            </a:pPr>
            <a:r>
              <a:rPr lang="en-US" sz="1800" spc="-179">
                <a:solidFill>
                  <a:srgbClr val="FFFFFF"/>
                </a:solidFill>
                <a:latin typeface="Inter 2"/>
                <a:ea typeface="Inter 2"/>
                <a:cs typeface="Inter 2"/>
                <a:sym typeface="Inter 2"/>
              </a:rPr>
              <a:t>#000000</a:t>
            </a:r>
          </a:p>
        </p:txBody>
      </p:sp>
      <p:sp>
        <p:nvSpPr>
          <p:cNvPr name="TextBox 25" id="25"/>
          <p:cNvSpPr txBox="true"/>
          <p:nvPr/>
        </p:nvSpPr>
        <p:spPr>
          <a:xfrm rot="0">
            <a:off x="14693775" y="6556151"/>
            <a:ext cx="1473181" cy="198501"/>
          </a:xfrm>
          <a:prstGeom prst="rect">
            <a:avLst/>
          </a:prstGeom>
        </p:spPr>
        <p:txBody>
          <a:bodyPr anchor="t" rtlCol="false" tIns="0" lIns="0" bIns="0" rIns="0">
            <a:spAutoFit/>
          </a:bodyPr>
          <a:lstStyle/>
          <a:p>
            <a:pPr algn="l" marL="0" indent="0" lvl="0">
              <a:lnSpc>
                <a:spcPts val="1422"/>
              </a:lnSpc>
            </a:pPr>
            <a:r>
              <a:rPr lang="en-US" sz="1800" spc="-179">
                <a:solidFill>
                  <a:srgbClr val="FFFFFF"/>
                </a:solidFill>
                <a:latin typeface="Inter 2"/>
                <a:ea typeface="Inter 2"/>
                <a:cs typeface="Inter 2"/>
                <a:sym typeface="Inter 2"/>
              </a:rPr>
              <a:t>#FFFEF3</a:t>
            </a:r>
          </a:p>
        </p:txBody>
      </p:sp>
      <p:sp>
        <p:nvSpPr>
          <p:cNvPr name="TextBox 26" id="26"/>
          <p:cNvSpPr txBox="true"/>
          <p:nvPr/>
        </p:nvSpPr>
        <p:spPr>
          <a:xfrm rot="0">
            <a:off x="1028700" y="1228725"/>
            <a:ext cx="6162919" cy="629285"/>
          </a:xfrm>
          <a:prstGeom prst="rect">
            <a:avLst/>
          </a:prstGeom>
        </p:spPr>
        <p:txBody>
          <a:bodyPr anchor="t" rtlCol="false" tIns="0" lIns="0" bIns="0" rIns="0">
            <a:spAutoFit/>
          </a:bodyPr>
          <a:lstStyle/>
          <a:p>
            <a:pPr algn="l" marL="0" indent="0" lvl="0">
              <a:lnSpc>
                <a:spcPts val="4344"/>
              </a:lnSpc>
            </a:pPr>
            <a:r>
              <a:rPr lang="en-US" b="true" sz="5499" spc="-648">
                <a:solidFill>
                  <a:srgbClr val="FFFFFF"/>
                </a:solidFill>
                <a:latin typeface="Inter 2 Bold"/>
                <a:ea typeface="Inter 2 Bold"/>
                <a:cs typeface="Inter 2 Bold"/>
                <a:sym typeface="Inter 2 Bold"/>
              </a:rPr>
              <a:t>TYPOGRAPHY</a:t>
            </a:r>
          </a:p>
        </p:txBody>
      </p:sp>
      <p:sp>
        <p:nvSpPr>
          <p:cNvPr name="TextBox 27" id="27"/>
          <p:cNvSpPr txBox="true"/>
          <p:nvPr/>
        </p:nvSpPr>
        <p:spPr>
          <a:xfrm rot="0">
            <a:off x="9144000" y="1228725"/>
            <a:ext cx="5583081" cy="629285"/>
          </a:xfrm>
          <a:prstGeom prst="rect">
            <a:avLst/>
          </a:prstGeom>
        </p:spPr>
        <p:txBody>
          <a:bodyPr anchor="t" rtlCol="false" tIns="0" lIns="0" bIns="0" rIns="0">
            <a:spAutoFit/>
          </a:bodyPr>
          <a:lstStyle/>
          <a:p>
            <a:pPr algn="l" marL="0" indent="0" lvl="0">
              <a:lnSpc>
                <a:spcPts val="4344"/>
              </a:lnSpc>
            </a:pPr>
            <a:r>
              <a:rPr lang="en-US" b="true" sz="5499" spc="-648">
                <a:solidFill>
                  <a:srgbClr val="FFFFFF"/>
                </a:solidFill>
                <a:latin typeface="Inter 2 Bold"/>
                <a:ea typeface="Inter 2 Bold"/>
                <a:cs typeface="Inter 2 Bold"/>
                <a:sym typeface="Inter 2 Bold"/>
              </a:rPr>
              <a:t>COLOR  PALETTE</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TextBox 2" id="2"/>
          <p:cNvSpPr txBox="true"/>
          <p:nvPr/>
        </p:nvSpPr>
        <p:spPr>
          <a:xfrm rot="0">
            <a:off x="2716912" y="4728527"/>
            <a:ext cx="12854175" cy="1249046"/>
          </a:xfrm>
          <a:prstGeom prst="rect">
            <a:avLst/>
          </a:prstGeom>
        </p:spPr>
        <p:txBody>
          <a:bodyPr anchor="t" rtlCol="false" tIns="0" lIns="0" bIns="0" rIns="0">
            <a:spAutoFit/>
          </a:bodyPr>
          <a:lstStyle/>
          <a:p>
            <a:pPr algn="ctr" marL="0" indent="0" lvl="0">
              <a:lnSpc>
                <a:spcPts val="8690"/>
              </a:lnSpc>
            </a:pPr>
            <a:r>
              <a:rPr lang="en-US" b="true" sz="11000" spc="-1298">
                <a:solidFill>
                  <a:srgbClr val="CA0013"/>
                </a:solidFill>
                <a:latin typeface="Inter 2 Bold"/>
                <a:ea typeface="Inter 2 Bold"/>
                <a:cs typeface="Inter 2 Bold"/>
                <a:sym typeface="Inter 2 Bold"/>
              </a:rPr>
              <a:t>VISUAL ELEMENTS</a:t>
            </a:r>
          </a:p>
        </p:txBody>
      </p:sp>
      <p:sp>
        <p:nvSpPr>
          <p:cNvPr name="Freeform 3" id="3"/>
          <p:cNvSpPr/>
          <p:nvPr/>
        </p:nvSpPr>
        <p:spPr>
          <a:xfrm flipH="false" flipV="false" rot="0">
            <a:off x="3316702" y="526343"/>
            <a:ext cx="1474814" cy="1176287"/>
          </a:xfrm>
          <a:custGeom>
            <a:avLst/>
            <a:gdLst/>
            <a:ahLst/>
            <a:cxnLst/>
            <a:rect r="r" b="b" t="t" l="l"/>
            <a:pathLst>
              <a:path h="1176287" w="1474814">
                <a:moveTo>
                  <a:pt x="0" y="0"/>
                </a:moveTo>
                <a:lnTo>
                  <a:pt x="1474814" y="0"/>
                </a:lnTo>
                <a:lnTo>
                  <a:pt x="1474814" y="1176287"/>
                </a:lnTo>
                <a:lnTo>
                  <a:pt x="0" y="1176287"/>
                </a:lnTo>
                <a:lnTo>
                  <a:pt x="0" y="0"/>
                </a:lnTo>
                <a:close/>
              </a:path>
            </a:pathLst>
          </a:custGeom>
          <a:blipFill>
            <a:blip r:embed="rId2"/>
            <a:stretch>
              <a:fillRect l="0" t="-12689" r="0" b="-12689"/>
            </a:stretch>
          </a:blipFill>
        </p:spPr>
      </p:sp>
      <p:sp>
        <p:nvSpPr>
          <p:cNvPr name="Freeform 4" id="4"/>
          <p:cNvSpPr/>
          <p:nvPr/>
        </p:nvSpPr>
        <p:spPr>
          <a:xfrm flipH="false" flipV="false" rot="0">
            <a:off x="798080" y="869845"/>
            <a:ext cx="2356649" cy="951666"/>
          </a:xfrm>
          <a:custGeom>
            <a:avLst/>
            <a:gdLst/>
            <a:ahLst/>
            <a:cxnLst/>
            <a:rect r="r" b="b" t="t" l="l"/>
            <a:pathLst>
              <a:path h="951666" w="2356649">
                <a:moveTo>
                  <a:pt x="0" y="0"/>
                </a:moveTo>
                <a:lnTo>
                  <a:pt x="2356649" y="0"/>
                </a:lnTo>
                <a:lnTo>
                  <a:pt x="2356649" y="951666"/>
                </a:lnTo>
                <a:lnTo>
                  <a:pt x="0" y="951666"/>
                </a:lnTo>
                <a:lnTo>
                  <a:pt x="0" y="0"/>
                </a:lnTo>
                <a:close/>
              </a:path>
            </a:pathLst>
          </a:custGeom>
          <a:blipFill>
            <a:blip r:embed="rId3"/>
            <a:stretch>
              <a:fillRect l="0" t="0" r="0" b="0"/>
            </a:stretch>
          </a:blipFill>
        </p:spPr>
      </p:sp>
      <p:sp>
        <p:nvSpPr>
          <p:cNvPr name="Freeform 5" id="5"/>
          <p:cNvSpPr/>
          <p:nvPr/>
        </p:nvSpPr>
        <p:spPr>
          <a:xfrm flipH="false" flipV="false" rot="0">
            <a:off x="15183950" y="976579"/>
            <a:ext cx="2115470" cy="563244"/>
          </a:xfrm>
          <a:custGeom>
            <a:avLst/>
            <a:gdLst/>
            <a:ahLst/>
            <a:cxnLst/>
            <a:rect r="r" b="b" t="t" l="l"/>
            <a:pathLst>
              <a:path h="563244" w="2115470">
                <a:moveTo>
                  <a:pt x="0" y="0"/>
                </a:moveTo>
                <a:lnTo>
                  <a:pt x="2115470" y="0"/>
                </a:lnTo>
                <a:lnTo>
                  <a:pt x="2115470" y="563244"/>
                </a:lnTo>
                <a:lnTo>
                  <a:pt x="0" y="563244"/>
                </a:lnTo>
                <a:lnTo>
                  <a:pt x="0" y="0"/>
                </a:lnTo>
                <a:close/>
              </a:path>
            </a:pathLst>
          </a:custGeom>
          <a:blipFill>
            <a:blip r:embed="rId4"/>
            <a:stretch>
              <a:fillRect l="0" t="0" r="0" b="0"/>
            </a:stretch>
          </a:blipFill>
        </p:spPr>
      </p:sp>
      <p:sp>
        <p:nvSpPr>
          <p:cNvPr name="Freeform 6" id="6"/>
          <p:cNvSpPr/>
          <p:nvPr/>
        </p:nvSpPr>
        <p:spPr>
          <a:xfrm flipH="false" flipV="false" rot="0">
            <a:off x="12436170" y="962441"/>
            <a:ext cx="2559789" cy="690273"/>
          </a:xfrm>
          <a:custGeom>
            <a:avLst/>
            <a:gdLst/>
            <a:ahLst/>
            <a:cxnLst/>
            <a:rect r="r" b="b" t="t" l="l"/>
            <a:pathLst>
              <a:path h="690273" w="2559789">
                <a:moveTo>
                  <a:pt x="0" y="0"/>
                </a:moveTo>
                <a:lnTo>
                  <a:pt x="2559789" y="0"/>
                </a:lnTo>
                <a:lnTo>
                  <a:pt x="2559789" y="690273"/>
                </a:lnTo>
                <a:lnTo>
                  <a:pt x="0" y="690273"/>
                </a:lnTo>
                <a:lnTo>
                  <a:pt x="0" y="0"/>
                </a:lnTo>
                <a:close/>
              </a:path>
            </a:pathLst>
          </a:custGeom>
          <a:blipFill>
            <a:blip r:embed="rId5"/>
            <a:stretch>
              <a:fillRect l="0" t="-81183" r="0" b="-81183"/>
            </a:stretch>
          </a:blipFill>
        </p:spPr>
      </p:sp>
      <p:sp>
        <p:nvSpPr>
          <p:cNvPr name="Freeform 7" id="7"/>
          <p:cNvSpPr/>
          <p:nvPr/>
        </p:nvSpPr>
        <p:spPr>
          <a:xfrm flipH="false" flipV="false" rot="0">
            <a:off x="8144814" y="614567"/>
            <a:ext cx="1948408" cy="1477476"/>
          </a:xfrm>
          <a:custGeom>
            <a:avLst/>
            <a:gdLst/>
            <a:ahLst/>
            <a:cxnLst/>
            <a:rect r="r" b="b" t="t" l="l"/>
            <a:pathLst>
              <a:path h="1477476" w="1948408">
                <a:moveTo>
                  <a:pt x="0" y="0"/>
                </a:moveTo>
                <a:lnTo>
                  <a:pt x="1948408" y="0"/>
                </a:lnTo>
                <a:lnTo>
                  <a:pt x="1948408" y="1477476"/>
                </a:lnTo>
                <a:lnTo>
                  <a:pt x="0" y="1477476"/>
                </a:lnTo>
                <a:lnTo>
                  <a:pt x="0" y="0"/>
                </a:lnTo>
                <a:close/>
              </a:path>
            </a:pathLst>
          </a:custGeom>
          <a:blipFill>
            <a:blip r:embed="rId6"/>
            <a:stretch>
              <a:fillRect l="-30064" t="0" r="-21595" b="0"/>
            </a:stretch>
          </a:blipFill>
        </p:spPr>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0">
            <a:off x="6131687" y="1468786"/>
            <a:ext cx="2860562" cy="2662506"/>
          </a:xfrm>
          <a:custGeom>
            <a:avLst/>
            <a:gdLst/>
            <a:ahLst/>
            <a:cxnLst/>
            <a:rect r="r" b="b" t="t" l="l"/>
            <a:pathLst>
              <a:path h="2662506" w="2860562">
                <a:moveTo>
                  <a:pt x="0" y="0"/>
                </a:moveTo>
                <a:lnTo>
                  <a:pt x="2860562" y="0"/>
                </a:lnTo>
                <a:lnTo>
                  <a:pt x="2860562" y="2662506"/>
                </a:lnTo>
                <a:lnTo>
                  <a:pt x="0" y="2662506"/>
                </a:lnTo>
                <a:lnTo>
                  <a:pt x="0" y="0"/>
                </a:lnTo>
                <a:close/>
              </a:path>
            </a:pathLst>
          </a:custGeom>
          <a:blipFill>
            <a:blip r:embed="rId2">
              <a:extLst>
                <a:ext uri="{96DAC541-7B7A-43D3-8B79-37D633B846F1}">
                  <asvg:svgBlip xmlns:asvg="http://schemas.microsoft.com/office/drawing/2016/SVG/main" r:embed="rId3"/>
                </a:ext>
              </a:extLst>
            </a:blip>
            <a:stretch>
              <a:fillRect l="-40204" t="0" r="-45948" b="0"/>
            </a:stretch>
          </a:blipFill>
        </p:spPr>
      </p:sp>
      <p:sp>
        <p:nvSpPr>
          <p:cNvPr name="Freeform 3" id="3"/>
          <p:cNvSpPr/>
          <p:nvPr/>
        </p:nvSpPr>
        <p:spPr>
          <a:xfrm flipH="false" flipV="false" rot="0">
            <a:off x="11391862" y="1028700"/>
            <a:ext cx="1563815" cy="2386550"/>
          </a:xfrm>
          <a:custGeom>
            <a:avLst/>
            <a:gdLst/>
            <a:ahLst/>
            <a:cxnLst/>
            <a:rect r="r" b="b" t="t" l="l"/>
            <a:pathLst>
              <a:path h="2386550" w="1563815">
                <a:moveTo>
                  <a:pt x="0" y="0"/>
                </a:moveTo>
                <a:lnTo>
                  <a:pt x="1563815" y="0"/>
                </a:lnTo>
                <a:lnTo>
                  <a:pt x="1563815" y="2386550"/>
                </a:lnTo>
                <a:lnTo>
                  <a:pt x="0" y="2386550"/>
                </a:lnTo>
                <a:lnTo>
                  <a:pt x="0" y="0"/>
                </a:lnTo>
                <a:close/>
              </a:path>
            </a:pathLst>
          </a:custGeom>
          <a:blipFill>
            <a:blip r:embed="rId4"/>
            <a:stretch>
              <a:fillRect l="-106052" t="0" r="-106052" b="-2255"/>
            </a:stretch>
          </a:blipFill>
        </p:spPr>
      </p:sp>
      <p:sp>
        <p:nvSpPr>
          <p:cNvPr name="Freeform 4" id="4"/>
          <p:cNvSpPr/>
          <p:nvPr/>
        </p:nvSpPr>
        <p:spPr>
          <a:xfrm flipH="false" flipV="false" rot="0">
            <a:off x="8725666" y="1414661"/>
            <a:ext cx="2835495" cy="2976876"/>
          </a:xfrm>
          <a:custGeom>
            <a:avLst/>
            <a:gdLst/>
            <a:ahLst/>
            <a:cxnLst/>
            <a:rect r="r" b="b" t="t" l="l"/>
            <a:pathLst>
              <a:path h="2976876" w="2835495">
                <a:moveTo>
                  <a:pt x="0" y="0"/>
                </a:moveTo>
                <a:lnTo>
                  <a:pt x="2835495" y="0"/>
                </a:lnTo>
                <a:lnTo>
                  <a:pt x="2835495" y="2976876"/>
                </a:lnTo>
                <a:lnTo>
                  <a:pt x="0" y="2976876"/>
                </a:lnTo>
                <a:lnTo>
                  <a:pt x="0" y="0"/>
                </a:lnTo>
                <a:close/>
              </a:path>
            </a:pathLst>
          </a:custGeom>
          <a:blipFill>
            <a:blip r:embed="rId5">
              <a:extLst>
                <a:ext uri="{96DAC541-7B7A-43D3-8B79-37D633B846F1}">
                  <asvg:svgBlip xmlns:asvg="http://schemas.microsoft.com/office/drawing/2016/SVG/main" r:embed="rId6"/>
                </a:ext>
              </a:extLst>
            </a:blip>
            <a:stretch>
              <a:fillRect l="-68909" t="0" r="-41062" b="0"/>
            </a:stretch>
          </a:blipFill>
        </p:spPr>
      </p:sp>
      <p:sp>
        <p:nvSpPr>
          <p:cNvPr name="Freeform 5" id="5"/>
          <p:cNvSpPr/>
          <p:nvPr/>
        </p:nvSpPr>
        <p:spPr>
          <a:xfrm flipH="false" flipV="false" rot="0">
            <a:off x="756069" y="1328362"/>
            <a:ext cx="2658941" cy="2856123"/>
          </a:xfrm>
          <a:custGeom>
            <a:avLst/>
            <a:gdLst/>
            <a:ahLst/>
            <a:cxnLst/>
            <a:rect r="r" b="b" t="t" l="l"/>
            <a:pathLst>
              <a:path h="2856123" w="2658941">
                <a:moveTo>
                  <a:pt x="0" y="0"/>
                </a:moveTo>
                <a:lnTo>
                  <a:pt x="2658941" y="0"/>
                </a:lnTo>
                <a:lnTo>
                  <a:pt x="2658941" y="2856123"/>
                </a:lnTo>
                <a:lnTo>
                  <a:pt x="0" y="2856123"/>
                </a:lnTo>
                <a:lnTo>
                  <a:pt x="0" y="0"/>
                </a:lnTo>
                <a:close/>
              </a:path>
            </a:pathLst>
          </a:custGeom>
          <a:blipFill>
            <a:blip r:embed="rId7">
              <a:extLst>
                <a:ext uri="{96DAC541-7B7A-43D3-8B79-37D633B846F1}">
                  <asvg:svgBlip xmlns:asvg="http://schemas.microsoft.com/office/drawing/2016/SVG/main" r:embed="rId8"/>
                </a:ext>
              </a:extLst>
            </a:blip>
            <a:stretch>
              <a:fillRect l="-64215" t="0" r="-50616" b="0"/>
            </a:stretch>
          </a:blipFill>
        </p:spPr>
      </p:sp>
      <p:sp>
        <p:nvSpPr>
          <p:cNvPr name="Freeform 6" id="6"/>
          <p:cNvSpPr/>
          <p:nvPr/>
        </p:nvSpPr>
        <p:spPr>
          <a:xfrm flipH="false" flipV="false" rot="0">
            <a:off x="3197506" y="1449736"/>
            <a:ext cx="3061552" cy="2734749"/>
          </a:xfrm>
          <a:custGeom>
            <a:avLst/>
            <a:gdLst/>
            <a:ahLst/>
            <a:cxnLst/>
            <a:rect r="r" b="b" t="t" l="l"/>
            <a:pathLst>
              <a:path h="2734749" w="3061552">
                <a:moveTo>
                  <a:pt x="0" y="0"/>
                </a:moveTo>
                <a:lnTo>
                  <a:pt x="3061552" y="0"/>
                </a:lnTo>
                <a:lnTo>
                  <a:pt x="3061552" y="2734749"/>
                </a:lnTo>
                <a:lnTo>
                  <a:pt x="0" y="2734749"/>
                </a:lnTo>
                <a:lnTo>
                  <a:pt x="0" y="0"/>
                </a:lnTo>
                <a:close/>
              </a:path>
            </a:pathLst>
          </a:custGeom>
          <a:blipFill>
            <a:blip r:embed="rId9">
              <a:extLst>
                <a:ext uri="{96DAC541-7B7A-43D3-8B79-37D633B846F1}">
                  <asvg:svgBlip xmlns:asvg="http://schemas.microsoft.com/office/drawing/2016/SVG/main" r:embed="rId10"/>
                </a:ext>
              </a:extLst>
            </a:blip>
            <a:stretch>
              <a:fillRect l="-42368" t="0" r="-36282" b="0"/>
            </a:stretch>
          </a:blipFill>
        </p:spPr>
      </p:sp>
      <p:sp>
        <p:nvSpPr>
          <p:cNvPr name="TextBox 7" id="7"/>
          <p:cNvSpPr txBox="true"/>
          <p:nvPr/>
        </p:nvSpPr>
        <p:spPr>
          <a:xfrm rot="0">
            <a:off x="13489836" y="1228725"/>
            <a:ext cx="3769464" cy="629285"/>
          </a:xfrm>
          <a:prstGeom prst="rect">
            <a:avLst/>
          </a:prstGeom>
        </p:spPr>
        <p:txBody>
          <a:bodyPr anchor="t" rtlCol="false" tIns="0" lIns="0" bIns="0" rIns="0">
            <a:spAutoFit/>
          </a:bodyPr>
          <a:lstStyle/>
          <a:p>
            <a:pPr algn="r" marL="0" indent="0" lvl="0">
              <a:lnSpc>
                <a:spcPts val="4344"/>
              </a:lnSpc>
            </a:pPr>
            <a:r>
              <a:rPr lang="en-US" b="true" sz="5499" spc="-648">
                <a:solidFill>
                  <a:srgbClr val="FFFFFF"/>
                </a:solidFill>
                <a:latin typeface="Inter 2 Bold"/>
                <a:ea typeface="Inter 2 Bold"/>
                <a:cs typeface="Inter 2 Bold"/>
                <a:sym typeface="Inter 2 Bold"/>
              </a:rPr>
              <a:t>VENDORS</a:t>
            </a:r>
          </a:p>
        </p:txBody>
      </p:sp>
      <p:sp>
        <p:nvSpPr>
          <p:cNvPr name="Freeform 8" id="8"/>
          <p:cNvSpPr/>
          <p:nvPr/>
        </p:nvSpPr>
        <p:spPr>
          <a:xfrm flipH="false" flipV="false" rot="0">
            <a:off x="12689366" y="1010368"/>
            <a:ext cx="1823198" cy="2222717"/>
          </a:xfrm>
          <a:custGeom>
            <a:avLst/>
            <a:gdLst/>
            <a:ahLst/>
            <a:cxnLst/>
            <a:rect r="r" b="b" t="t" l="l"/>
            <a:pathLst>
              <a:path h="2222717" w="1823198">
                <a:moveTo>
                  <a:pt x="0" y="0"/>
                </a:moveTo>
                <a:lnTo>
                  <a:pt x="1823198" y="0"/>
                </a:lnTo>
                <a:lnTo>
                  <a:pt x="1823198" y="2222718"/>
                </a:lnTo>
                <a:lnTo>
                  <a:pt x="0" y="2222718"/>
                </a:lnTo>
                <a:lnTo>
                  <a:pt x="0" y="0"/>
                </a:lnTo>
                <a:close/>
              </a:path>
            </a:pathLst>
          </a:custGeom>
          <a:blipFill>
            <a:blip r:embed="rId11">
              <a:extLst>
                <a:ext uri="{96DAC541-7B7A-43D3-8B79-37D633B846F1}">
                  <asvg:svgBlip xmlns:asvg="http://schemas.microsoft.com/office/drawing/2016/SVG/main" r:embed="rId12"/>
                </a:ext>
              </a:extLst>
            </a:blip>
            <a:stretch>
              <a:fillRect l="-89607" t="-13467" r="-87056" b="0"/>
            </a:stretch>
          </a:blipFill>
        </p:spPr>
      </p:sp>
      <p:sp>
        <p:nvSpPr>
          <p:cNvPr name="Freeform 9" id="9"/>
          <p:cNvSpPr/>
          <p:nvPr/>
        </p:nvSpPr>
        <p:spPr>
          <a:xfrm flipH="false" flipV="false" rot="0">
            <a:off x="1028700" y="2417703"/>
            <a:ext cx="16230600" cy="8115300"/>
          </a:xfrm>
          <a:custGeom>
            <a:avLst/>
            <a:gdLst/>
            <a:ahLst/>
            <a:cxnLst/>
            <a:rect r="r" b="b" t="t" l="l"/>
            <a:pathLst>
              <a:path h="8115300" w="16230600">
                <a:moveTo>
                  <a:pt x="0" y="0"/>
                </a:moveTo>
                <a:lnTo>
                  <a:pt x="16230600" y="0"/>
                </a:lnTo>
                <a:lnTo>
                  <a:pt x="16230600" y="8115300"/>
                </a:lnTo>
                <a:lnTo>
                  <a:pt x="0" y="8115300"/>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TextBox 2" id="2"/>
          <p:cNvSpPr txBox="true"/>
          <p:nvPr/>
        </p:nvSpPr>
        <p:spPr>
          <a:xfrm rot="0">
            <a:off x="11654596" y="1228725"/>
            <a:ext cx="5604704" cy="1172210"/>
          </a:xfrm>
          <a:prstGeom prst="rect">
            <a:avLst/>
          </a:prstGeom>
        </p:spPr>
        <p:txBody>
          <a:bodyPr anchor="t" rtlCol="false" tIns="0" lIns="0" bIns="0" rIns="0">
            <a:spAutoFit/>
          </a:bodyPr>
          <a:lstStyle/>
          <a:p>
            <a:pPr algn="r" marL="0" indent="0" lvl="0">
              <a:lnSpc>
                <a:spcPts val="4344"/>
              </a:lnSpc>
            </a:pPr>
            <a:r>
              <a:rPr lang="en-US" b="true" sz="5499" spc="-648">
                <a:solidFill>
                  <a:srgbClr val="FFFFFF"/>
                </a:solidFill>
                <a:latin typeface="Inter 2 Bold"/>
                <a:ea typeface="Inter 2 Bold"/>
                <a:cs typeface="Inter 2 Bold"/>
                <a:sym typeface="Inter 2 Bold"/>
              </a:rPr>
              <a:t>VENDORS  &amp; RESEARCH ERS</a:t>
            </a:r>
          </a:p>
        </p:txBody>
      </p:sp>
      <p:sp>
        <p:nvSpPr>
          <p:cNvPr name="Freeform 3" id="3"/>
          <p:cNvSpPr/>
          <p:nvPr/>
        </p:nvSpPr>
        <p:spPr>
          <a:xfrm flipH="false" flipV="false" rot="0">
            <a:off x="5829257" y="1298835"/>
            <a:ext cx="901505" cy="2511463"/>
          </a:xfrm>
          <a:custGeom>
            <a:avLst/>
            <a:gdLst/>
            <a:ahLst/>
            <a:cxnLst/>
            <a:rect r="r" b="b" t="t" l="l"/>
            <a:pathLst>
              <a:path h="2511463" w="901505">
                <a:moveTo>
                  <a:pt x="0" y="0"/>
                </a:moveTo>
                <a:lnTo>
                  <a:pt x="901505" y="0"/>
                </a:lnTo>
                <a:lnTo>
                  <a:pt x="901505" y="2511463"/>
                </a:lnTo>
                <a:lnTo>
                  <a:pt x="0" y="2511463"/>
                </a:lnTo>
                <a:lnTo>
                  <a:pt x="0" y="0"/>
                </a:lnTo>
                <a:close/>
              </a:path>
            </a:pathLst>
          </a:custGeom>
          <a:blipFill>
            <a:blip r:embed="rId2"/>
            <a:stretch>
              <a:fillRect l="-231076" t="0" r="-215169" b="0"/>
            </a:stretch>
          </a:blipFill>
        </p:spPr>
      </p:sp>
      <p:sp>
        <p:nvSpPr>
          <p:cNvPr name="Freeform 4" id="4"/>
          <p:cNvSpPr/>
          <p:nvPr/>
        </p:nvSpPr>
        <p:spPr>
          <a:xfrm flipH="false" flipV="false" rot="-5400000">
            <a:off x="4328135" y="1906895"/>
            <a:ext cx="2401020" cy="1224520"/>
          </a:xfrm>
          <a:custGeom>
            <a:avLst/>
            <a:gdLst/>
            <a:ahLst/>
            <a:cxnLst/>
            <a:rect r="r" b="b" t="t" l="l"/>
            <a:pathLst>
              <a:path h="1224520" w="2401020">
                <a:moveTo>
                  <a:pt x="0" y="0"/>
                </a:moveTo>
                <a:lnTo>
                  <a:pt x="2401021" y="0"/>
                </a:lnTo>
                <a:lnTo>
                  <a:pt x="2401021" y="1224520"/>
                </a:lnTo>
                <a:lnTo>
                  <a:pt x="0" y="1224520"/>
                </a:lnTo>
                <a:lnTo>
                  <a:pt x="0" y="0"/>
                </a:lnTo>
                <a:close/>
              </a:path>
            </a:pathLst>
          </a:custGeom>
          <a:blipFill>
            <a:blip r:embed="rId3"/>
            <a:stretch>
              <a:fillRect l="0" t="0" r="0" b="0"/>
            </a:stretch>
          </a:blipFill>
        </p:spPr>
      </p:sp>
      <p:sp>
        <p:nvSpPr>
          <p:cNvPr name="Freeform 5" id="5"/>
          <p:cNvSpPr/>
          <p:nvPr/>
        </p:nvSpPr>
        <p:spPr>
          <a:xfrm flipH="true" flipV="false" rot="0">
            <a:off x="6880044" y="1696306"/>
            <a:ext cx="1577013" cy="2142627"/>
          </a:xfrm>
          <a:custGeom>
            <a:avLst/>
            <a:gdLst/>
            <a:ahLst/>
            <a:cxnLst/>
            <a:rect r="r" b="b" t="t" l="l"/>
            <a:pathLst>
              <a:path h="2142627" w="1577013">
                <a:moveTo>
                  <a:pt x="1577013" y="0"/>
                </a:moveTo>
                <a:lnTo>
                  <a:pt x="0" y="0"/>
                </a:lnTo>
                <a:lnTo>
                  <a:pt x="0" y="2142628"/>
                </a:lnTo>
                <a:lnTo>
                  <a:pt x="1577013" y="2142628"/>
                </a:lnTo>
                <a:lnTo>
                  <a:pt x="1577013" y="0"/>
                </a:lnTo>
                <a:close/>
              </a:path>
            </a:pathLst>
          </a:custGeom>
          <a:blipFill>
            <a:blip r:embed="rId4"/>
            <a:stretch>
              <a:fillRect l="-83202" t="0" r="-83202" b="0"/>
            </a:stretch>
          </a:blipFill>
        </p:spPr>
      </p:sp>
      <p:sp>
        <p:nvSpPr>
          <p:cNvPr name="Freeform 6" id="6"/>
          <p:cNvSpPr/>
          <p:nvPr/>
        </p:nvSpPr>
        <p:spPr>
          <a:xfrm flipH="false" flipV="false" rot="0">
            <a:off x="1786650" y="4051130"/>
            <a:ext cx="2825272" cy="2879782"/>
          </a:xfrm>
          <a:custGeom>
            <a:avLst/>
            <a:gdLst/>
            <a:ahLst/>
            <a:cxnLst/>
            <a:rect r="r" b="b" t="t" l="l"/>
            <a:pathLst>
              <a:path h="2879782" w="2825272">
                <a:moveTo>
                  <a:pt x="0" y="0"/>
                </a:moveTo>
                <a:lnTo>
                  <a:pt x="2825272" y="0"/>
                </a:lnTo>
                <a:lnTo>
                  <a:pt x="2825272" y="2879782"/>
                </a:lnTo>
                <a:lnTo>
                  <a:pt x="0" y="2879782"/>
                </a:lnTo>
                <a:lnTo>
                  <a:pt x="0" y="0"/>
                </a:lnTo>
                <a:close/>
              </a:path>
            </a:pathLst>
          </a:custGeom>
          <a:blipFill>
            <a:blip r:embed="rId5"/>
            <a:stretch>
              <a:fillRect l="-60082" t="0" r="-71558" b="-15900"/>
            </a:stretch>
          </a:blipFill>
        </p:spPr>
      </p:sp>
      <p:sp>
        <p:nvSpPr>
          <p:cNvPr name="Freeform 7" id="7"/>
          <p:cNvSpPr/>
          <p:nvPr/>
        </p:nvSpPr>
        <p:spPr>
          <a:xfrm flipH="false" flipV="false" rot="0">
            <a:off x="4421192" y="4216585"/>
            <a:ext cx="1836181" cy="2647081"/>
          </a:xfrm>
          <a:custGeom>
            <a:avLst/>
            <a:gdLst/>
            <a:ahLst/>
            <a:cxnLst/>
            <a:rect r="r" b="b" t="t" l="l"/>
            <a:pathLst>
              <a:path h="2647081" w="1836181">
                <a:moveTo>
                  <a:pt x="0" y="0"/>
                </a:moveTo>
                <a:lnTo>
                  <a:pt x="1836182" y="0"/>
                </a:lnTo>
                <a:lnTo>
                  <a:pt x="1836182" y="2647081"/>
                </a:lnTo>
                <a:lnTo>
                  <a:pt x="0" y="2647081"/>
                </a:lnTo>
                <a:lnTo>
                  <a:pt x="0" y="0"/>
                </a:lnTo>
                <a:close/>
              </a:path>
            </a:pathLst>
          </a:custGeom>
          <a:blipFill>
            <a:blip r:embed="rId6">
              <a:extLst>
                <a:ext uri="{96DAC541-7B7A-43D3-8B79-37D633B846F1}">
                  <asvg:svgBlip xmlns:asvg="http://schemas.microsoft.com/office/drawing/2016/SVG/main" r:embed="rId7"/>
                </a:ext>
              </a:extLst>
            </a:blip>
            <a:stretch>
              <a:fillRect l="-95206" t="0" r="-93118" b="0"/>
            </a:stretch>
          </a:blipFill>
        </p:spPr>
      </p:sp>
      <p:sp>
        <p:nvSpPr>
          <p:cNvPr name="Freeform 8" id="8"/>
          <p:cNvSpPr/>
          <p:nvPr/>
        </p:nvSpPr>
        <p:spPr>
          <a:xfrm flipH="false" flipV="false" rot="0">
            <a:off x="4065541" y="1244235"/>
            <a:ext cx="1263290" cy="2475430"/>
          </a:xfrm>
          <a:custGeom>
            <a:avLst/>
            <a:gdLst/>
            <a:ahLst/>
            <a:cxnLst/>
            <a:rect r="r" b="b" t="t" l="l"/>
            <a:pathLst>
              <a:path h="2475430" w="1263290">
                <a:moveTo>
                  <a:pt x="0" y="0"/>
                </a:moveTo>
                <a:lnTo>
                  <a:pt x="1263290" y="0"/>
                </a:lnTo>
                <a:lnTo>
                  <a:pt x="1263290" y="2475430"/>
                </a:lnTo>
                <a:lnTo>
                  <a:pt x="0" y="2475430"/>
                </a:lnTo>
                <a:lnTo>
                  <a:pt x="0" y="0"/>
                </a:lnTo>
                <a:close/>
              </a:path>
            </a:pathLst>
          </a:custGeom>
          <a:blipFill>
            <a:blip r:embed="rId8">
              <a:extLst>
                <a:ext uri="{96DAC541-7B7A-43D3-8B79-37D633B846F1}">
                  <asvg:svgBlip xmlns:asvg="http://schemas.microsoft.com/office/drawing/2016/SVG/main" r:embed="rId9"/>
                </a:ext>
              </a:extLst>
            </a:blip>
            <a:stretch>
              <a:fillRect l="-136508" t="0" r="-155394" b="0"/>
            </a:stretch>
          </a:blipFill>
        </p:spPr>
      </p:sp>
      <p:sp>
        <p:nvSpPr>
          <p:cNvPr name="Freeform 9" id="9"/>
          <p:cNvSpPr/>
          <p:nvPr/>
        </p:nvSpPr>
        <p:spPr>
          <a:xfrm flipH="false" flipV="false" rot="0">
            <a:off x="5749849" y="4242972"/>
            <a:ext cx="1076450" cy="2687940"/>
          </a:xfrm>
          <a:custGeom>
            <a:avLst/>
            <a:gdLst/>
            <a:ahLst/>
            <a:cxnLst/>
            <a:rect r="r" b="b" t="t" l="l"/>
            <a:pathLst>
              <a:path h="2687940" w="1076450">
                <a:moveTo>
                  <a:pt x="0" y="0"/>
                </a:moveTo>
                <a:lnTo>
                  <a:pt x="1076449" y="0"/>
                </a:lnTo>
                <a:lnTo>
                  <a:pt x="1076449" y="2687940"/>
                </a:lnTo>
                <a:lnTo>
                  <a:pt x="0" y="2687940"/>
                </a:lnTo>
                <a:lnTo>
                  <a:pt x="0" y="0"/>
                </a:lnTo>
                <a:close/>
              </a:path>
            </a:pathLst>
          </a:custGeom>
          <a:blipFill>
            <a:blip r:embed="rId10">
              <a:extLst>
                <a:ext uri="{96DAC541-7B7A-43D3-8B79-37D633B846F1}">
                  <asvg:svgBlip xmlns:asvg="http://schemas.microsoft.com/office/drawing/2016/SVG/main" r:embed="rId11"/>
                </a:ext>
              </a:extLst>
            </a:blip>
            <a:stretch>
              <a:fillRect l="-198683" t="0" r="-200725" b="0"/>
            </a:stretch>
          </a:blipFill>
        </p:spPr>
      </p:sp>
      <p:sp>
        <p:nvSpPr>
          <p:cNvPr name="Freeform 10" id="10"/>
          <p:cNvSpPr/>
          <p:nvPr/>
        </p:nvSpPr>
        <p:spPr>
          <a:xfrm flipH="false" flipV="false" rot="0">
            <a:off x="6441681" y="1427379"/>
            <a:ext cx="1073378" cy="2254375"/>
          </a:xfrm>
          <a:custGeom>
            <a:avLst/>
            <a:gdLst/>
            <a:ahLst/>
            <a:cxnLst/>
            <a:rect r="r" b="b" t="t" l="l"/>
            <a:pathLst>
              <a:path h="2254375" w="1073378">
                <a:moveTo>
                  <a:pt x="0" y="0"/>
                </a:moveTo>
                <a:lnTo>
                  <a:pt x="1073377" y="0"/>
                </a:lnTo>
                <a:lnTo>
                  <a:pt x="1073377" y="2254375"/>
                </a:lnTo>
                <a:lnTo>
                  <a:pt x="0" y="2254375"/>
                </a:lnTo>
                <a:lnTo>
                  <a:pt x="0" y="0"/>
                </a:lnTo>
                <a:close/>
              </a:path>
            </a:pathLst>
          </a:custGeom>
          <a:blipFill>
            <a:blip r:embed="rId12">
              <a:extLst>
                <a:ext uri="{96DAC541-7B7A-43D3-8B79-37D633B846F1}">
                  <asvg:svgBlip xmlns:asvg="http://schemas.microsoft.com/office/drawing/2016/SVG/main" r:embed="rId13"/>
                </a:ext>
              </a:extLst>
            </a:blip>
            <a:stretch>
              <a:fillRect l="-146251" t="0" r="-173801" b="0"/>
            </a:stretch>
          </a:blipFill>
        </p:spPr>
      </p:sp>
      <p:sp>
        <p:nvSpPr>
          <p:cNvPr name="Freeform 11" id="11"/>
          <p:cNvSpPr/>
          <p:nvPr/>
        </p:nvSpPr>
        <p:spPr>
          <a:xfrm flipH="false" flipV="false" rot="0">
            <a:off x="7867419" y="3356138"/>
            <a:ext cx="1151213" cy="1379558"/>
          </a:xfrm>
          <a:custGeom>
            <a:avLst/>
            <a:gdLst/>
            <a:ahLst/>
            <a:cxnLst/>
            <a:rect r="r" b="b" t="t" l="l"/>
            <a:pathLst>
              <a:path h="1379558" w="1151213">
                <a:moveTo>
                  <a:pt x="0" y="0"/>
                </a:moveTo>
                <a:lnTo>
                  <a:pt x="1151213" y="0"/>
                </a:lnTo>
                <a:lnTo>
                  <a:pt x="1151213" y="1379558"/>
                </a:lnTo>
                <a:lnTo>
                  <a:pt x="0" y="1379558"/>
                </a:lnTo>
                <a:lnTo>
                  <a:pt x="0" y="0"/>
                </a:lnTo>
                <a:close/>
              </a:path>
            </a:pathLst>
          </a:custGeom>
          <a:blipFill>
            <a:blip r:embed="rId14">
              <a:extLst>
                <a:ext uri="{96DAC541-7B7A-43D3-8B79-37D633B846F1}">
                  <asvg:svgBlip xmlns:asvg="http://schemas.microsoft.com/office/drawing/2016/SVG/main" r:embed="rId15"/>
                </a:ext>
              </a:extLst>
            </a:blip>
            <a:stretch>
              <a:fillRect l="-75317" t="0" r="-64352" b="0"/>
            </a:stretch>
          </a:blipFill>
        </p:spPr>
      </p:sp>
      <p:sp>
        <p:nvSpPr>
          <p:cNvPr name="Freeform 12" id="12"/>
          <p:cNvSpPr/>
          <p:nvPr/>
        </p:nvSpPr>
        <p:spPr>
          <a:xfrm flipH="false" flipV="false" rot="0">
            <a:off x="8915641" y="3312686"/>
            <a:ext cx="1067510" cy="1476887"/>
          </a:xfrm>
          <a:custGeom>
            <a:avLst/>
            <a:gdLst/>
            <a:ahLst/>
            <a:cxnLst/>
            <a:rect r="r" b="b" t="t" l="l"/>
            <a:pathLst>
              <a:path h="1476887" w="1067510">
                <a:moveTo>
                  <a:pt x="0" y="0"/>
                </a:moveTo>
                <a:lnTo>
                  <a:pt x="1067510" y="0"/>
                </a:lnTo>
                <a:lnTo>
                  <a:pt x="1067510" y="1476887"/>
                </a:lnTo>
                <a:lnTo>
                  <a:pt x="0" y="1476887"/>
                </a:lnTo>
                <a:lnTo>
                  <a:pt x="0" y="0"/>
                </a:lnTo>
                <a:close/>
              </a:path>
            </a:pathLst>
          </a:custGeom>
          <a:blipFill>
            <a:blip r:embed="rId16">
              <a:extLst>
                <a:ext uri="{96DAC541-7B7A-43D3-8B79-37D633B846F1}">
                  <asvg:svgBlip xmlns:asvg="http://schemas.microsoft.com/office/drawing/2016/SVG/main" r:embed="rId17"/>
                </a:ext>
              </a:extLst>
            </a:blip>
            <a:stretch>
              <a:fillRect l="-95707" t="0" r="-80989" b="0"/>
            </a:stretch>
          </a:blipFill>
        </p:spPr>
      </p:sp>
      <p:sp>
        <p:nvSpPr>
          <p:cNvPr name="Freeform 13" id="13"/>
          <p:cNvSpPr/>
          <p:nvPr/>
        </p:nvSpPr>
        <p:spPr>
          <a:xfrm flipH="true" flipV="false" rot="0">
            <a:off x="941942" y="5143500"/>
            <a:ext cx="1485868" cy="1607528"/>
          </a:xfrm>
          <a:custGeom>
            <a:avLst/>
            <a:gdLst/>
            <a:ahLst/>
            <a:cxnLst/>
            <a:rect r="r" b="b" t="t" l="l"/>
            <a:pathLst>
              <a:path h="1607528" w="1485868">
                <a:moveTo>
                  <a:pt x="1485868" y="0"/>
                </a:moveTo>
                <a:lnTo>
                  <a:pt x="0" y="0"/>
                </a:lnTo>
                <a:lnTo>
                  <a:pt x="0" y="1607528"/>
                </a:lnTo>
                <a:lnTo>
                  <a:pt x="1485868" y="1607528"/>
                </a:lnTo>
                <a:lnTo>
                  <a:pt x="1485868" y="0"/>
                </a:lnTo>
                <a:close/>
              </a:path>
            </a:pathLst>
          </a:custGeom>
          <a:blipFill>
            <a:blip r:embed="rId18">
              <a:extLst>
                <a:ext uri="{96DAC541-7B7A-43D3-8B79-37D633B846F1}">
                  <asvg:svgBlip xmlns:asvg="http://schemas.microsoft.com/office/drawing/2016/SVG/main" r:embed="rId19"/>
                </a:ext>
              </a:extLst>
            </a:blip>
            <a:stretch>
              <a:fillRect l="-56886" t="0" r="-59489" b="0"/>
            </a:stretch>
          </a:blipFill>
        </p:spPr>
      </p:sp>
      <p:sp>
        <p:nvSpPr>
          <p:cNvPr name="Freeform 14" id="14"/>
          <p:cNvSpPr/>
          <p:nvPr/>
        </p:nvSpPr>
        <p:spPr>
          <a:xfrm flipH="false" flipV="false" rot="0">
            <a:off x="1956611" y="1216037"/>
            <a:ext cx="1372259" cy="2465716"/>
          </a:xfrm>
          <a:custGeom>
            <a:avLst/>
            <a:gdLst/>
            <a:ahLst/>
            <a:cxnLst/>
            <a:rect r="r" b="b" t="t" l="l"/>
            <a:pathLst>
              <a:path h="2465716" w="1372259">
                <a:moveTo>
                  <a:pt x="0" y="0"/>
                </a:moveTo>
                <a:lnTo>
                  <a:pt x="1372259" y="0"/>
                </a:lnTo>
                <a:lnTo>
                  <a:pt x="1372259" y="2465717"/>
                </a:lnTo>
                <a:lnTo>
                  <a:pt x="0" y="2465717"/>
                </a:lnTo>
                <a:lnTo>
                  <a:pt x="0" y="0"/>
                </a:lnTo>
                <a:close/>
              </a:path>
            </a:pathLst>
          </a:custGeom>
          <a:blipFill>
            <a:blip r:embed="rId20">
              <a:extLst>
                <a:ext uri="{96DAC541-7B7A-43D3-8B79-37D633B846F1}">
                  <asvg:svgBlip xmlns:asvg="http://schemas.microsoft.com/office/drawing/2016/SVG/main" r:embed="rId21"/>
                </a:ext>
              </a:extLst>
            </a:blip>
            <a:stretch>
              <a:fillRect l="-139924" t="0" r="-119441" b="0"/>
            </a:stretch>
          </a:blipFill>
        </p:spPr>
      </p:sp>
      <p:sp>
        <p:nvSpPr>
          <p:cNvPr name="Freeform 15" id="15"/>
          <p:cNvSpPr/>
          <p:nvPr/>
        </p:nvSpPr>
        <p:spPr>
          <a:xfrm flipH="false" flipV="false" rot="0">
            <a:off x="810315" y="6921387"/>
            <a:ext cx="3689100" cy="2341425"/>
          </a:xfrm>
          <a:custGeom>
            <a:avLst/>
            <a:gdLst/>
            <a:ahLst/>
            <a:cxnLst/>
            <a:rect r="r" b="b" t="t" l="l"/>
            <a:pathLst>
              <a:path h="2341425" w="3689100">
                <a:moveTo>
                  <a:pt x="0" y="0"/>
                </a:moveTo>
                <a:lnTo>
                  <a:pt x="3689100" y="0"/>
                </a:lnTo>
                <a:lnTo>
                  <a:pt x="3689100" y="2341425"/>
                </a:lnTo>
                <a:lnTo>
                  <a:pt x="0" y="2341425"/>
                </a:lnTo>
                <a:lnTo>
                  <a:pt x="0" y="0"/>
                </a:lnTo>
                <a:close/>
              </a:path>
            </a:pathLst>
          </a:custGeom>
          <a:blipFill>
            <a:blip r:embed="rId22">
              <a:extLst>
                <a:ext uri="{96DAC541-7B7A-43D3-8B79-37D633B846F1}">
                  <asvg:svgBlip xmlns:asvg="http://schemas.microsoft.com/office/drawing/2016/SVG/main" r:embed="rId23"/>
                </a:ext>
              </a:extLst>
            </a:blip>
            <a:stretch>
              <a:fillRect l="-14847" t="0" r="-12089" b="0"/>
            </a:stretch>
          </a:blipFill>
        </p:spPr>
      </p:sp>
      <p:sp>
        <p:nvSpPr>
          <p:cNvPr name="Freeform 16" id="16"/>
          <p:cNvSpPr/>
          <p:nvPr/>
        </p:nvSpPr>
        <p:spPr>
          <a:xfrm flipH="false" flipV="false" rot="0">
            <a:off x="8906739" y="5616529"/>
            <a:ext cx="2887323" cy="3184023"/>
          </a:xfrm>
          <a:custGeom>
            <a:avLst/>
            <a:gdLst/>
            <a:ahLst/>
            <a:cxnLst/>
            <a:rect r="r" b="b" t="t" l="l"/>
            <a:pathLst>
              <a:path h="3184023" w="2887323">
                <a:moveTo>
                  <a:pt x="0" y="0"/>
                </a:moveTo>
                <a:lnTo>
                  <a:pt x="2887323" y="0"/>
                </a:lnTo>
                <a:lnTo>
                  <a:pt x="2887323" y="3184023"/>
                </a:lnTo>
                <a:lnTo>
                  <a:pt x="0" y="3184023"/>
                </a:lnTo>
                <a:lnTo>
                  <a:pt x="0" y="0"/>
                </a:lnTo>
                <a:close/>
              </a:path>
            </a:pathLst>
          </a:custGeom>
          <a:blipFill>
            <a:blip r:embed="rId24">
              <a:extLst>
                <a:ext uri="{96DAC541-7B7A-43D3-8B79-37D633B846F1}">
                  <asvg:svgBlip xmlns:asvg="http://schemas.microsoft.com/office/drawing/2016/SVG/main" r:embed="rId25"/>
                </a:ext>
              </a:extLst>
            </a:blip>
            <a:stretch>
              <a:fillRect l="-74845" t="0" r="-45706" b="0"/>
            </a:stretch>
          </a:blipFill>
        </p:spPr>
      </p:sp>
      <p:sp>
        <p:nvSpPr>
          <p:cNvPr name="Freeform 17" id="17"/>
          <p:cNvSpPr/>
          <p:nvPr/>
        </p:nvSpPr>
        <p:spPr>
          <a:xfrm flipH="false" flipV="false" rot="0">
            <a:off x="6595929" y="4045917"/>
            <a:ext cx="1895066" cy="2785529"/>
          </a:xfrm>
          <a:custGeom>
            <a:avLst/>
            <a:gdLst/>
            <a:ahLst/>
            <a:cxnLst/>
            <a:rect r="r" b="b" t="t" l="l"/>
            <a:pathLst>
              <a:path h="2785529" w="1895066">
                <a:moveTo>
                  <a:pt x="0" y="0"/>
                </a:moveTo>
                <a:lnTo>
                  <a:pt x="1895066" y="0"/>
                </a:lnTo>
                <a:lnTo>
                  <a:pt x="1895066" y="2785529"/>
                </a:lnTo>
                <a:lnTo>
                  <a:pt x="0" y="2785529"/>
                </a:lnTo>
                <a:lnTo>
                  <a:pt x="0" y="0"/>
                </a:lnTo>
                <a:close/>
              </a:path>
            </a:pathLst>
          </a:custGeom>
          <a:blipFill>
            <a:blip r:embed="rId26">
              <a:extLst>
                <a:ext uri="{96DAC541-7B7A-43D3-8B79-37D633B846F1}">
                  <asvg:svgBlip xmlns:asvg="http://schemas.microsoft.com/office/drawing/2016/SVG/main" r:embed="rId27"/>
                </a:ext>
              </a:extLst>
            </a:blip>
            <a:stretch>
              <a:fillRect l="-91055" t="0" r="-102921" b="0"/>
            </a:stretch>
          </a:blipFill>
        </p:spPr>
      </p:sp>
      <p:sp>
        <p:nvSpPr>
          <p:cNvPr name="Freeform 18" id="18"/>
          <p:cNvSpPr/>
          <p:nvPr/>
        </p:nvSpPr>
        <p:spPr>
          <a:xfrm flipH="false" flipV="false" rot="0">
            <a:off x="951467" y="1196757"/>
            <a:ext cx="1162488" cy="2468155"/>
          </a:xfrm>
          <a:custGeom>
            <a:avLst/>
            <a:gdLst/>
            <a:ahLst/>
            <a:cxnLst/>
            <a:rect r="r" b="b" t="t" l="l"/>
            <a:pathLst>
              <a:path h="2468155" w="1162488">
                <a:moveTo>
                  <a:pt x="0" y="0"/>
                </a:moveTo>
                <a:lnTo>
                  <a:pt x="1162487" y="0"/>
                </a:lnTo>
                <a:lnTo>
                  <a:pt x="1162487" y="2468155"/>
                </a:lnTo>
                <a:lnTo>
                  <a:pt x="0" y="2468155"/>
                </a:lnTo>
                <a:lnTo>
                  <a:pt x="0" y="0"/>
                </a:lnTo>
                <a:close/>
              </a:path>
            </a:pathLst>
          </a:custGeom>
          <a:blipFill>
            <a:blip r:embed="rId28">
              <a:extLst>
                <a:ext uri="{96DAC541-7B7A-43D3-8B79-37D633B846F1}">
                  <asvg:svgBlip xmlns:asvg="http://schemas.microsoft.com/office/drawing/2016/SVG/main" r:embed="rId29"/>
                </a:ext>
              </a:extLst>
            </a:blip>
            <a:stretch>
              <a:fillRect l="-172992" t="0" r="-151641" b="0"/>
            </a:stretch>
          </a:blipFill>
        </p:spPr>
      </p:sp>
      <p:sp>
        <p:nvSpPr>
          <p:cNvPr name="Freeform 19" id="19"/>
          <p:cNvSpPr/>
          <p:nvPr/>
        </p:nvSpPr>
        <p:spPr>
          <a:xfrm flipH="false" flipV="false" rot="0">
            <a:off x="7674149" y="5066176"/>
            <a:ext cx="1850416" cy="1485843"/>
          </a:xfrm>
          <a:custGeom>
            <a:avLst/>
            <a:gdLst/>
            <a:ahLst/>
            <a:cxnLst/>
            <a:rect r="r" b="b" t="t" l="l"/>
            <a:pathLst>
              <a:path h="1485843" w="1850416">
                <a:moveTo>
                  <a:pt x="0" y="0"/>
                </a:moveTo>
                <a:lnTo>
                  <a:pt x="1850416" y="0"/>
                </a:lnTo>
                <a:lnTo>
                  <a:pt x="1850416" y="1485843"/>
                </a:lnTo>
                <a:lnTo>
                  <a:pt x="0" y="1485843"/>
                </a:lnTo>
                <a:lnTo>
                  <a:pt x="0" y="0"/>
                </a:lnTo>
                <a:close/>
              </a:path>
            </a:pathLst>
          </a:custGeom>
          <a:blipFill>
            <a:blip r:embed="rId30">
              <a:extLst>
                <a:ext uri="{96DAC541-7B7A-43D3-8B79-37D633B846F1}">
                  <asvg:svgBlip xmlns:asvg="http://schemas.microsoft.com/office/drawing/2016/SVG/main" r:embed="rId31"/>
                </a:ext>
              </a:extLst>
            </a:blip>
            <a:stretch>
              <a:fillRect l="-26664" t="0" r="-33931" b="0"/>
            </a:stretch>
          </a:blipFill>
        </p:spPr>
      </p:sp>
      <p:sp>
        <p:nvSpPr>
          <p:cNvPr name="Freeform 20" id="20"/>
          <p:cNvSpPr/>
          <p:nvPr/>
        </p:nvSpPr>
        <p:spPr>
          <a:xfrm flipH="false" flipV="false" rot="0">
            <a:off x="11477838" y="2328687"/>
            <a:ext cx="6264805" cy="4242382"/>
          </a:xfrm>
          <a:custGeom>
            <a:avLst/>
            <a:gdLst/>
            <a:ahLst/>
            <a:cxnLst/>
            <a:rect r="r" b="b" t="t" l="l"/>
            <a:pathLst>
              <a:path h="4242382" w="6264805">
                <a:moveTo>
                  <a:pt x="0" y="0"/>
                </a:moveTo>
                <a:lnTo>
                  <a:pt x="6264805" y="0"/>
                </a:lnTo>
                <a:lnTo>
                  <a:pt x="6264805" y="4242382"/>
                </a:lnTo>
                <a:lnTo>
                  <a:pt x="0" y="4242382"/>
                </a:lnTo>
                <a:lnTo>
                  <a:pt x="0" y="0"/>
                </a:lnTo>
                <a:close/>
              </a:path>
            </a:pathLst>
          </a:custGeom>
          <a:blipFill>
            <a:blip r:embed="rId32">
              <a:extLst>
                <a:ext uri="{96DAC541-7B7A-43D3-8B79-37D633B846F1}">
                  <asvg:svgBlip xmlns:asvg="http://schemas.microsoft.com/office/drawing/2016/SVG/main" r:embed="rId33"/>
                </a:ext>
              </a:extLst>
            </a:blip>
            <a:stretch>
              <a:fillRect l="-15196" t="0" r="-20238" b="0"/>
            </a:stretch>
          </a:blipFill>
        </p:spPr>
      </p:sp>
      <p:sp>
        <p:nvSpPr>
          <p:cNvPr name="Freeform 21" id="21"/>
          <p:cNvSpPr/>
          <p:nvPr/>
        </p:nvSpPr>
        <p:spPr>
          <a:xfrm flipH="false" flipV="false" rot="0">
            <a:off x="13851462" y="6475819"/>
            <a:ext cx="3611585" cy="2847802"/>
          </a:xfrm>
          <a:custGeom>
            <a:avLst/>
            <a:gdLst/>
            <a:ahLst/>
            <a:cxnLst/>
            <a:rect r="r" b="b" t="t" l="l"/>
            <a:pathLst>
              <a:path h="2847802" w="3611585">
                <a:moveTo>
                  <a:pt x="0" y="0"/>
                </a:moveTo>
                <a:lnTo>
                  <a:pt x="3611585" y="0"/>
                </a:lnTo>
                <a:lnTo>
                  <a:pt x="3611585" y="2847802"/>
                </a:lnTo>
                <a:lnTo>
                  <a:pt x="0" y="2847802"/>
                </a:lnTo>
                <a:lnTo>
                  <a:pt x="0" y="0"/>
                </a:lnTo>
                <a:close/>
              </a:path>
            </a:pathLst>
          </a:custGeom>
          <a:blipFill>
            <a:blip r:embed="rId34">
              <a:extLst>
                <a:ext uri="{96DAC541-7B7A-43D3-8B79-37D633B846F1}">
                  <asvg:svgBlip xmlns:asvg="http://schemas.microsoft.com/office/drawing/2016/SVG/main" r:embed="rId35"/>
                </a:ext>
              </a:extLst>
            </a:blip>
            <a:stretch>
              <a:fillRect l="-34103" t="0" r="-23600" b="0"/>
            </a:stretch>
          </a:blipFill>
        </p:spPr>
      </p:sp>
      <p:sp>
        <p:nvSpPr>
          <p:cNvPr name="Freeform 22" id="22"/>
          <p:cNvSpPr/>
          <p:nvPr/>
        </p:nvSpPr>
        <p:spPr>
          <a:xfrm flipH="false" flipV="false" rot="0">
            <a:off x="8637081" y="4169261"/>
            <a:ext cx="6559346" cy="3279673"/>
          </a:xfrm>
          <a:custGeom>
            <a:avLst/>
            <a:gdLst/>
            <a:ahLst/>
            <a:cxnLst/>
            <a:rect r="r" b="b" t="t" l="l"/>
            <a:pathLst>
              <a:path h="3279673" w="6559346">
                <a:moveTo>
                  <a:pt x="0" y="0"/>
                </a:moveTo>
                <a:lnTo>
                  <a:pt x="6559346" y="0"/>
                </a:lnTo>
                <a:lnTo>
                  <a:pt x="6559346" y="3279673"/>
                </a:lnTo>
                <a:lnTo>
                  <a:pt x="0" y="3279673"/>
                </a:lnTo>
                <a:lnTo>
                  <a:pt x="0" y="0"/>
                </a:lnTo>
                <a:close/>
              </a:path>
            </a:pathLst>
          </a:custGeom>
          <a:blipFill>
            <a:blip r:embed="rId36">
              <a:extLst>
                <a:ext uri="{96DAC541-7B7A-43D3-8B79-37D633B846F1}">
                  <asvg:svgBlip xmlns:asvg="http://schemas.microsoft.com/office/drawing/2016/SVG/main" r:embed="rId37"/>
                </a:ext>
              </a:extLst>
            </a:blip>
            <a:stretch>
              <a:fillRect l="0" t="0" r="0" b="0"/>
            </a:stretch>
          </a:blipFill>
        </p:spPr>
      </p:sp>
      <p:sp>
        <p:nvSpPr>
          <p:cNvPr name="Freeform 23" id="23"/>
          <p:cNvSpPr/>
          <p:nvPr/>
        </p:nvSpPr>
        <p:spPr>
          <a:xfrm flipH="false" flipV="false" rot="0">
            <a:off x="4065541" y="6741503"/>
            <a:ext cx="5114036" cy="2557018"/>
          </a:xfrm>
          <a:custGeom>
            <a:avLst/>
            <a:gdLst/>
            <a:ahLst/>
            <a:cxnLst/>
            <a:rect r="r" b="b" t="t" l="l"/>
            <a:pathLst>
              <a:path h="2557018" w="5114036">
                <a:moveTo>
                  <a:pt x="0" y="0"/>
                </a:moveTo>
                <a:lnTo>
                  <a:pt x="5114036" y="0"/>
                </a:lnTo>
                <a:lnTo>
                  <a:pt x="5114036" y="2557018"/>
                </a:lnTo>
                <a:lnTo>
                  <a:pt x="0" y="2557018"/>
                </a:lnTo>
                <a:lnTo>
                  <a:pt x="0" y="0"/>
                </a:lnTo>
                <a:close/>
              </a:path>
            </a:pathLst>
          </a:custGeom>
          <a:blipFill>
            <a:blip r:embed="rId38">
              <a:extLst>
                <a:ext uri="{96DAC541-7B7A-43D3-8B79-37D633B846F1}">
                  <asvg:svgBlip xmlns:asvg="http://schemas.microsoft.com/office/drawing/2016/SVG/main" r:embed="rId39"/>
                </a:ext>
              </a:extLst>
            </a:blip>
            <a:stretch>
              <a:fillRect l="0" t="0" r="0" b="0"/>
            </a:stretch>
          </a:blipFill>
        </p:spPr>
      </p:sp>
      <p:sp>
        <p:nvSpPr>
          <p:cNvPr name="Freeform 24" id="24"/>
          <p:cNvSpPr/>
          <p:nvPr/>
        </p:nvSpPr>
        <p:spPr>
          <a:xfrm flipH="false" flipV="false" rot="0">
            <a:off x="3225222" y="1273572"/>
            <a:ext cx="1229009" cy="2427893"/>
          </a:xfrm>
          <a:custGeom>
            <a:avLst/>
            <a:gdLst/>
            <a:ahLst/>
            <a:cxnLst/>
            <a:rect r="r" b="b" t="t" l="l"/>
            <a:pathLst>
              <a:path h="2427893" w="1229009">
                <a:moveTo>
                  <a:pt x="0" y="0"/>
                </a:moveTo>
                <a:lnTo>
                  <a:pt x="1229009" y="0"/>
                </a:lnTo>
                <a:lnTo>
                  <a:pt x="1229009" y="2427893"/>
                </a:lnTo>
                <a:lnTo>
                  <a:pt x="0" y="2427893"/>
                </a:lnTo>
                <a:lnTo>
                  <a:pt x="0" y="0"/>
                </a:lnTo>
                <a:close/>
              </a:path>
            </a:pathLst>
          </a:custGeom>
          <a:blipFill>
            <a:blip r:embed="rId40">
              <a:extLst>
                <a:ext uri="{96DAC541-7B7A-43D3-8B79-37D633B846F1}">
                  <asvg:svgBlip xmlns:asvg="http://schemas.microsoft.com/office/drawing/2016/SVG/main" r:embed="rId41"/>
                </a:ext>
              </a:extLst>
            </a:blip>
            <a:stretch>
              <a:fillRect l="-156962" t="0" r="-138135" b="0"/>
            </a:stretch>
          </a:blipFill>
        </p:spPr>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TextBox 2" id="2"/>
          <p:cNvSpPr txBox="true"/>
          <p:nvPr/>
        </p:nvSpPr>
        <p:spPr>
          <a:xfrm rot="0">
            <a:off x="11664121" y="1228725"/>
            <a:ext cx="5604704" cy="1715135"/>
          </a:xfrm>
          <a:prstGeom prst="rect">
            <a:avLst/>
          </a:prstGeom>
        </p:spPr>
        <p:txBody>
          <a:bodyPr anchor="t" rtlCol="false" tIns="0" lIns="0" bIns="0" rIns="0">
            <a:spAutoFit/>
          </a:bodyPr>
          <a:lstStyle/>
          <a:p>
            <a:pPr algn="r">
              <a:lnSpc>
                <a:spcPts val="4344"/>
              </a:lnSpc>
            </a:pPr>
            <a:r>
              <a:rPr lang="en-US" b="true" sz="5499" spc="-648">
                <a:solidFill>
                  <a:srgbClr val="FFFFFF"/>
                </a:solidFill>
                <a:latin typeface="Inter 2 Bold"/>
                <a:ea typeface="Inter 2 Bold"/>
                <a:cs typeface="Inter 2 Bold"/>
                <a:sym typeface="Inter 2 Bold"/>
              </a:rPr>
              <a:t>ANIMALS , VEGETABLES</a:t>
            </a:r>
          </a:p>
          <a:p>
            <a:pPr algn="r" marL="0" indent="0" lvl="0">
              <a:lnSpc>
                <a:spcPts val="4344"/>
              </a:lnSpc>
            </a:pPr>
            <a:r>
              <a:rPr lang="en-US" b="true" sz="5499" spc="-648">
                <a:solidFill>
                  <a:srgbClr val="FFFFFF"/>
                </a:solidFill>
                <a:latin typeface="Inter 2 Bold"/>
                <a:ea typeface="Inter 2 Bold"/>
                <a:cs typeface="Inter 2 Bold"/>
                <a:sym typeface="Inter 2 Bold"/>
              </a:rPr>
              <a:t>&amp; FRUIT</a:t>
            </a:r>
          </a:p>
        </p:txBody>
      </p:sp>
      <p:grpSp>
        <p:nvGrpSpPr>
          <p:cNvPr name="Group 3" id="3"/>
          <p:cNvGrpSpPr/>
          <p:nvPr/>
        </p:nvGrpSpPr>
        <p:grpSpPr>
          <a:xfrm rot="0">
            <a:off x="550308" y="993938"/>
            <a:ext cx="17286855" cy="8968785"/>
            <a:chOff x="0" y="0"/>
            <a:chExt cx="23049140" cy="11958380"/>
          </a:xfrm>
        </p:grpSpPr>
        <p:sp>
          <p:nvSpPr>
            <p:cNvPr name="Freeform 4" id="4"/>
            <p:cNvSpPr/>
            <p:nvPr/>
          </p:nvSpPr>
          <p:spPr>
            <a:xfrm flipH="false" flipV="false" rot="121293">
              <a:off x="6212383" y="7705276"/>
              <a:ext cx="1540694" cy="1452177"/>
            </a:xfrm>
            <a:custGeom>
              <a:avLst/>
              <a:gdLst/>
              <a:ahLst/>
              <a:cxnLst/>
              <a:rect r="r" b="b" t="t" l="l"/>
              <a:pathLst>
                <a:path h="1452177" w="1540694">
                  <a:moveTo>
                    <a:pt x="0" y="0"/>
                  </a:moveTo>
                  <a:lnTo>
                    <a:pt x="1540694" y="0"/>
                  </a:lnTo>
                  <a:lnTo>
                    <a:pt x="1540694" y="1452177"/>
                  </a:lnTo>
                  <a:lnTo>
                    <a:pt x="0" y="1452177"/>
                  </a:lnTo>
                  <a:lnTo>
                    <a:pt x="0" y="0"/>
                  </a:lnTo>
                  <a:close/>
                </a:path>
              </a:pathLst>
            </a:custGeom>
            <a:blipFill>
              <a:blip r:embed="rId2"/>
              <a:stretch>
                <a:fillRect l="-47588" t="-23252" r="-47588" b="-23252"/>
              </a:stretch>
            </a:blipFill>
          </p:spPr>
        </p:sp>
        <p:sp>
          <p:nvSpPr>
            <p:cNvPr name="Freeform 5" id="5"/>
            <p:cNvSpPr/>
            <p:nvPr/>
          </p:nvSpPr>
          <p:spPr>
            <a:xfrm flipH="false" flipV="false" rot="0">
              <a:off x="6590354" y="7049723"/>
              <a:ext cx="3831477" cy="4464576"/>
            </a:xfrm>
            <a:custGeom>
              <a:avLst/>
              <a:gdLst/>
              <a:ahLst/>
              <a:cxnLst/>
              <a:rect r="r" b="b" t="t" l="l"/>
              <a:pathLst>
                <a:path h="4464576" w="3831477">
                  <a:moveTo>
                    <a:pt x="0" y="0"/>
                  </a:moveTo>
                  <a:lnTo>
                    <a:pt x="3831477" y="0"/>
                  </a:lnTo>
                  <a:lnTo>
                    <a:pt x="3831477" y="4464576"/>
                  </a:lnTo>
                  <a:lnTo>
                    <a:pt x="0" y="4464576"/>
                  </a:lnTo>
                  <a:lnTo>
                    <a:pt x="0" y="0"/>
                  </a:lnTo>
                  <a:close/>
                </a:path>
              </a:pathLst>
            </a:custGeom>
            <a:blipFill>
              <a:blip r:embed="rId3"/>
              <a:stretch>
                <a:fillRect l="-54636" t="-15629" r="-61544" b="-15629"/>
              </a:stretch>
            </a:blipFill>
          </p:spPr>
        </p:sp>
        <p:sp>
          <p:nvSpPr>
            <p:cNvPr name="Freeform 6" id="6"/>
            <p:cNvSpPr/>
            <p:nvPr/>
          </p:nvSpPr>
          <p:spPr>
            <a:xfrm flipH="false" flipV="false" rot="0">
              <a:off x="8168369" y="525479"/>
              <a:ext cx="2459632" cy="2646609"/>
            </a:xfrm>
            <a:custGeom>
              <a:avLst/>
              <a:gdLst/>
              <a:ahLst/>
              <a:cxnLst/>
              <a:rect r="r" b="b" t="t" l="l"/>
              <a:pathLst>
                <a:path h="2646609" w="2459632">
                  <a:moveTo>
                    <a:pt x="0" y="0"/>
                  </a:moveTo>
                  <a:lnTo>
                    <a:pt x="2459631" y="0"/>
                  </a:lnTo>
                  <a:lnTo>
                    <a:pt x="2459631" y="2646609"/>
                  </a:lnTo>
                  <a:lnTo>
                    <a:pt x="0" y="2646609"/>
                  </a:lnTo>
                  <a:lnTo>
                    <a:pt x="0" y="0"/>
                  </a:lnTo>
                  <a:close/>
                </a:path>
              </a:pathLst>
            </a:custGeom>
            <a:blipFill>
              <a:blip r:embed="rId4"/>
              <a:stretch>
                <a:fillRect l="-57765" t="-20857" r="-57765" b="-20857"/>
              </a:stretch>
            </a:blipFill>
          </p:spPr>
        </p:sp>
        <p:sp>
          <p:nvSpPr>
            <p:cNvPr name="Freeform 7" id="7"/>
            <p:cNvSpPr/>
            <p:nvPr/>
          </p:nvSpPr>
          <p:spPr>
            <a:xfrm flipH="false" flipV="false" rot="0">
              <a:off x="15337732" y="7414149"/>
              <a:ext cx="6434310" cy="4544231"/>
            </a:xfrm>
            <a:custGeom>
              <a:avLst/>
              <a:gdLst/>
              <a:ahLst/>
              <a:cxnLst/>
              <a:rect r="r" b="b" t="t" l="l"/>
              <a:pathLst>
                <a:path h="4544231" w="6434310">
                  <a:moveTo>
                    <a:pt x="0" y="0"/>
                  </a:moveTo>
                  <a:lnTo>
                    <a:pt x="6434310" y="0"/>
                  </a:lnTo>
                  <a:lnTo>
                    <a:pt x="6434310" y="4544231"/>
                  </a:lnTo>
                  <a:lnTo>
                    <a:pt x="0" y="454423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8" id="8"/>
            <p:cNvSpPr/>
            <p:nvPr/>
          </p:nvSpPr>
          <p:spPr>
            <a:xfrm flipH="true" flipV="false" rot="0">
              <a:off x="8168369" y="2915409"/>
              <a:ext cx="5188684" cy="5172937"/>
            </a:xfrm>
            <a:custGeom>
              <a:avLst/>
              <a:gdLst/>
              <a:ahLst/>
              <a:cxnLst/>
              <a:rect r="r" b="b" t="t" l="l"/>
              <a:pathLst>
                <a:path h="5172937" w="5188684">
                  <a:moveTo>
                    <a:pt x="5188683" y="0"/>
                  </a:moveTo>
                  <a:lnTo>
                    <a:pt x="0" y="0"/>
                  </a:lnTo>
                  <a:lnTo>
                    <a:pt x="0" y="5172937"/>
                  </a:lnTo>
                  <a:lnTo>
                    <a:pt x="5188683" y="5172937"/>
                  </a:lnTo>
                  <a:lnTo>
                    <a:pt x="5188683" y="0"/>
                  </a:lnTo>
                  <a:close/>
                </a:path>
              </a:pathLst>
            </a:custGeom>
            <a:blipFill>
              <a:blip r:embed="rId7"/>
              <a:stretch>
                <a:fillRect l="-22850" t="0" r="-26050" b="-5481"/>
              </a:stretch>
            </a:blipFill>
          </p:spPr>
        </p:sp>
        <p:sp>
          <p:nvSpPr>
            <p:cNvPr name="Freeform 9" id="9"/>
            <p:cNvSpPr/>
            <p:nvPr/>
          </p:nvSpPr>
          <p:spPr>
            <a:xfrm flipH="false" flipV="false" rot="0">
              <a:off x="3370958" y="471832"/>
              <a:ext cx="3743915" cy="2839008"/>
            </a:xfrm>
            <a:custGeom>
              <a:avLst/>
              <a:gdLst/>
              <a:ahLst/>
              <a:cxnLst/>
              <a:rect r="r" b="b" t="t" l="l"/>
              <a:pathLst>
                <a:path h="2839008" w="3743915">
                  <a:moveTo>
                    <a:pt x="0" y="0"/>
                  </a:moveTo>
                  <a:lnTo>
                    <a:pt x="3743915" y="0"/>
                  </a:lnTo>
                  <a:lnTo>
                    <a:pt x="3743915" y="2839008"/>
                  </a:lnTo>
                  <a:lnTo>
                    <a:pt x="0" y="2839008"/>
                  </a:lnTo>
                  <a:lnTo>
                    <a:pt x="0" y="0"/>
                  </a:lnTo>
                  <a:close/>
                </a:path>
              </a:pathLst>
            </a:custGeom>
            <a:blipFill>
              <a:blip r:embed="rId8"/>
              <a:stretch>
                <a:fillRect l="-30064" t="0" r="-21595" b="0"/>
              </a:stretch>
            </a:blipFill>
          </p:spPr>
        </p:sp>
        <p:sp>
          <p:nvSpPr>
            <p:cNvPr name="Freeform 10" id="10"/>
            <p:cNvSpPr/>
            <p:nvPr/>
          </p:nvSpPr>
          <p:spPr>
            <a:xfrm flipH="false" flipV="false" rot="-10800000">
              <a:off x="5061262" y="616076"/>
              <a:ext cx="4107923" cy="2060541"/>
            </a:xfrm>
            <a:custGeom>
              <a:avLst/>
              <a:gdLst/>
              <a:ahLst/>
              <a:cxnLst/>
              <a:rect r="r" b="b" t="t" l="l"/>
              <a:pathLst>
                <a:path h="2060541" w="4107923">
                  <a:moveTo>
                    <a:pt x="0" y="0"/>
                  </a:moveTo>
                  <a:lnTo>
                    <a:pt x="4107923" y="0"/>
                  </a:lnTo>
                  <a:lnTo>
                    <a:pt x="4107923" y="2060540"/>
                  </a:lnTo>
                  <a:lnTo>
                    <a:pt x="0" y="2060540"/>
                  </a:lnTo>
                  <a:lnTo>
                    <a:pt x="0" y="0"/>
                  </a:lnTo>
                  <a:close/>
                </a:path>
              </a:pathLst>
            </a:custGeom>
            <a:blipFill>
              <a:blip r:embed="rId9"/>
              <a:stretch>
                <a:fillRect l="0" t="-11682" r="0" b="-29116"/>
              </a:stretch>
            </a:blipFill>
          </p:spPr>
        </p:sp>
        <p:sp>
          <p:nvSpPr>
            <p:cNvPr name="Freeform 11" id="11"/>
            <p:cNvSpPr/>
            <p:nvPr/>
          </p:nvSpPr>
          <p:spPr>
            <a:xfrm flipH="false" flipV="false" rot="0">
              <a:off x="724097" y="917172"/>
              <a:ext cx="2454234" cy="2098723"/>
            </a:xfrm>
            <a:custGeom>
              <a:avLst/>
              <a:gdLst/>
              <a:ahLst/>
              <a:cxnLst/>
              <a:rect r="r" b="b" t="t" l="l"/>
              <a:pathLst>
                <a:path h="2098723" w="2454234">
                  <a:moveTo>
                    <a:pt x="0" y="0"/>
                  </a:moveTo>
                  <a:lnTo>
                    <a:pt x="2454234" y="0"/>
                  </a:lnTo>
                  <a:lnTo>
                    <a:pt x="2454234" y="2098723"/>
                  </a:lnTo>
                  <a:lnTo>
                    <a:pt x="0" y="2098723"/>
                  </a:lnTo>
                  <a:lnTo>
                    <a:pt x="0" y="0"/>
                  </a:lnTo>
                  <a:close/>
                </a:path>
              </a:pathLst>
            </a:custGeom>
            <a:blipFill>
              <a:blip r:embed="rId10"/>
              <a:stretch>
                <a:fillRect l="-66395" t="-37354" r="-54717" b="-45582"/>
              </a:stretch>
            </a:blipFill>
          </p:spPr>
        </p:sp>
        <p:sp>
          <p:nvSpPr>
            <p:cNvPr name="Freeform 12" id="12"/>
            <p:cNvSpPr/>
            <p:nvPr/>
          </p:nvSpPr>
          <p:spPr>
            <a:xfrm flipH="false" flipV="false" rot="0">
              <a:off x="9928087" y="351068"/>
              <a:ext cx="2192773" cy="3042348"/>
            </a:xfrm>
            <a:custGeom>
              <a:avLst/>
              <a:gdLst/>
              <a:ahLst/>
              <a:cxnLst/>
              <a:rect r="r" b="b" t="t" l="l"/>
              <a:pathLst>
                <a:path h="3042348" w="2192773">
                  <a:moveTo>
                    <a:pt x="0" y="0"/>
                  </a:moveTo>
                  <a:lnTo>
                    <a:pt x="2192772" y="0"/>
                  </a:lnTo>
                  <a:lnTo>
                    <a:pt x="2192772" y="3042348"/>
                  </a:lnTo>
                  <a:lnTo>
                    <a:pt x="0" y="3042348"/>
                  </a:lnTo>
                  <a:lnTo>
                    <a:pt x="0" y="0"/>
                  </a:lnTo>
                  <a:close/>
                </a:path>
              </a:pathLst>
            </a:custGeom>
            <a:blipFill>
              <a:blip r:embed="rId11"/>
              <a:stretch>
                <a:fillRect l="-68631" t="-10493" r="-68631" b="-10493"/>
              </a:stretch>
            </a:blipFill>
          </p:spPr>
        </p:sp>
        <p:sp>
          <p:nvSpPr>
            <p:cNvPr name="Freeform 13" id="13"/>
            <p:cNvSpPr/>
            <p:nvPr/>
          </p:nvSpPr>
          <p:spPr>
            <a:xfrm flipH="false" flipV="false" rot="0">
              <a:off x="2067584" y="0"/>
              <a:ext cx="2554081" cy="1428614"/>
            </a:xfrm>
            <a:custGeom>
              <a:avLst/>
              <a:gdLst/>
              <a:ahLst/>
              <a:cxnLst/>
              <a:rect r="r" b="b" t="t" l="l"/>
              <a:pathLst>
                <a:path h="1428614" w="2554081">
                  <a:moveTo>
                    <a:pt x="0" y="0"/>
                  </a:moveTo>
                  <a:lnTo>
                    <a:pt x="2554081" y="0"/>
                  </a:lnTo>
                  <a:lnTo>
                    <a:pt x="2554081" y="1428614"/>
                  </a:lnTo>
                  <a:lnTo>
                    <a:pt x="0" y="1428614"/>
                  </a:lnTo>
                  <a:lnTo>
                    <a:pt x="0" y="0"/>
                  </a:lnTo>
                  <a:close/>
                </a:path>
              </a:pathLst>
            </a:custGeom>
            <a:blipFill>
              <a:blip r:embed="rId12"/>
              <a:stretch>
                <a:fillRect l="-24523" t="-44262" r="-24523" b="-44262"/>
              </a:stretch>
            </a:blipFill>
          </p:spPr>
        </p:sp>
        <p:sp>
          <p:nvSpPr>
            <p:cNvPr name="Freeform 14" id="14"/>
            <p:cNvSpPr/>
            <p:nvPr/>
          </p:nvSpPr>
          <p:spPr>
            <a:xfrm flipH="false" flipV="false" rot="0">
              <a:off x="12120859" y="908666"/>
              <a:ext cx="4407615" cy="3382460"/>
            </a:xfrm>
            <a:custGeom>
              <a:avLst/>
              <a:gdLst/>
              <a:ahLst/>
              <a:cxnLst/>
              <a:rect r="r" b="b" t="t" l="l"/>
              <a:pathLst>
                <a:path h="3382460" w="4407615">
                  <a:moveTo>
                    <a:pt x="0" y="0"/>
                  </a:moveTo>
                  <a:lnTo>
                    <a:pt x="4407616" y="0"/>
                  </a:lnTo>
                  <a:lnTo>
                    <a:pt x="4407616" y="3382460"/>
                  </a:lnTo>
                  <a:lnTo>
                    <a:pt x="0" y="3382460"/>
                  </a:lnTo>
                  <a:lnTo>
                    <a:pt x="0" y="0"/>
                  </a:lnTo>
                  <a:close/>
                </a:path>
              </a:pathLst>
            </a:custGeom>
            <a:blipFill>
              <a:blip r:embed="rId13"/>
              <a:stretch>
                <a:fillRect l="-12819" t="-11381" r="-28201" b="-18629"/>
              </a:stretch>
            </a:blipFill>
          </p:spPr>
        </p:sp>
        <p:sp>
          <p:nvSpPr>
            <p:cNvPr name="Freeform 15" id="15"/>
            <p:cNvSpPr/>
            <p:nvPr/>
          </p:nvSpPr>
          <p:spPr>
            <a:xfrm flipH="true" flipV="false" rot="0">
              <a:off x="13016554" y="4360332"/>
              <a:ext cx="3753106" cy="3969129"/>
            </a:xfrm>
            <a:custGeom>
              <a:avLst/>
              <a:gdLst/>
              <a:ahLst/>
              <a:cxnLst/>
              <a:rect r="r" b="b" t="t" l="l"/>
              <a:pathLst>
                <a:path h="3969129" w="3753106">
                  <a:moveTo>
                    <a:pt x="3753107" y="0"/>
                  </a:moveTo>
                  <a:lnTo>
                    <a:pt x="0" y="0"/>
                  </a:lnTo>
                  <a:lnTo>
                    <a:pt x="0" y="3969129"/>
                  </a:lnTo>
                  <a:lnTo>
                    <a:pt x="3753107" y="3969129"/>
                  </a:lnTo>
                  <a:lnTo>
                    <a:pt x="3753107" y="0"/>
                  </a:lnTo>
                  <a:close/>
                </a:path>
              </a:pathLst>
            </a:custGeom>
            <a:blipFill>
              <a:blip r:embed="rId14"/>
              <a:stretch>
                <a:fillRect l="-39447" t="-13186" r="-49453" b="-13186"/>
              </a:stretch>
            </a:blipFill>
          </p:spPr>
        </p:sp>
        <p:sp>
          <p:nvSpPr>
            <p:cNvPr name="Freeform 16" id="16"/>
            <p:cNvSpPr/>
            <p:nvPr/>
          </p:nvSpPr>
          <p:spPr>
            <a:xfrm flipH="false" flipV="false" rot="0">
              <a:off x="237400" y="2605751"/>
              <a:ext cx="3519526" cy="2485665"/>
            </a:xfrm>
            <a:custGeom>
              <a:avLst/>
              <a:gdLst/>
              <a:ahLst/>
              <a:cxnLst/>
              <a:rect r="r" b="b" t="t" l="l"/>
              <a:pathLst>
                <a:path h="2485665" w="3519526">
                  <a:moveTo>
                    <a:pt x="0" y="0"/>
                  </a:moveTo>
                  <a:lnTo>
                    <a:pt x="3519526" y="0"/>
                  </a:lnTo>
                  <a:lnTo>
                    <a:pt x="3519526" y="2485665"/>
                  </a:lnTo>
                  <a:lnTo>
                    <a:pt x="0" y="2485665"/>
                  </a:lnTo>
                  <a:lnTo>
                    <a:pt x="0" y="0"/>
                  </a:lnTo>
                  <a:close/>
                </a:path>
              </a:pathLst>
            </a:custGeom>
            <a:blipFill>
              <a:blip r:embed="rId15"/>
              <a:stretch>
                <a:fillRect l="0" t="0" r="0" b="0"/>
              </a:stretch>
            </a:blipFill>
          </p:spPr>
        </p:sp>
        <p:sp>
          <p:nvSpPr>
            <p:cNvPr name="Freeform 17" id="17"/>
            <p:cNvSpPr/>
            <p:nvPr/>
          </p:nvSpPr>
          <p:spPr>
            <a:xfrm flipH="false" flipV="false" rot="-8486987">
              <a:off x="3048183" y="3286143"/>
              <a:ext cx="3223916" cy="2276891"/>
            </a:xfrm>
            <a:custGeom>
              <a:avLst/>
              <a:gdLst/>
              <a:ahLst/>
              <a:cxnLst/>
              <a:rect r="r" b="b" t="t" l="l"/>
              <a:pathLst>
                <a:path h="2276891" w="3223916">
                  <a:moveTo>
                    <a:pt x="0" y="0"/>
                  </a:moveTo>
                  <a:lnTo>
                    <a:pt x="3223915" y="0"/>
                  </a:lnTo>
                  <a:lnTo>
                    <a:pt x="3223915" y="2276891"/>
                  </a:lnTo>
                  <a:lnTo>
                    <a:pt x="0" y="2276891"/>
                  </a:lnTo>
                  <a:lnTo>
                    <a:pt x="0" y="0"/>
                  </a:lnTo>
                  <a:close/>
                </a:path>
              </a:pathLst>
            </a:custGeom>
            <a:blipFill>
              <a:blip r:embed="rId16"/>
              <a:stretch>
                <a:fillRect l="0" t="0" r="0" b="0"/>
              </a:stretch>
            </a:blipFill>
          </p:spPr>
        </p:sp>
        <p:sp>
          <p:nvSpPr>
            <p:cNvPr name="Freeform 18" id="18"/>
            <p:cNvSpPr/>
            <p:nvPr/>
          </p:nvSpPr>
          <p:spPr>
            <a:xfrm flipH="false" flipV="false" rot="0">
              <a:off x="119519" y="4946023"/>
              <a:ext cx="3046112" cy="2155124"/>
            </a:xfrm>
            <a:custGeom>
              <a:avLst/>
              <a:gdLst/>
              <a:ahLst/>
              <a:cxnLst/>
              <a:rect r="r" b="b" t="t" l="l"/>
              <a:pathLst>
                <a:path h="2155124" w="3046112">
                  <a:moveTo>
                    <a:pt x="0" y="0"/>
                  </a:moveTo>
                  <a:lnTo>
                    <a:pt x="3046112" y="0"/>
                  </a:lnTo>
                  <a:lnTo>
                    <a:pt x="3046112" y="2155125"/>
                  </a:lnTo>
                  <a:lnTo>
                    <a:pt x="0" y="2155125"/>
                  </a:lnTo>
                  <a:lnTo>
                    <a:pt x="0" y="0"/>
                  </a:lnTo>
                  <a:close/>
                </a:path>
              </a:pathLst>
            </a:custGeom>
            <a:blipFill>
              <a:blip r:embed="rId17"/>
              <a:stretch>
                <a:fillRect l="0" t="0" r="0" b="0"/>
              </a:stretch>
            </a:blipFill>
          </p:spPr>
        </p:sp>
        <p:sp>
          <p:nvSpPr>
            <p:cNvPr name="Freeform 19" id="19"/>
            <p:cNvSpPr/>
            <p:nvPr/>
          </p:nvSpPr>
          <p:spPr>
            <a:xfrm flipH="false" flipV="false" rot="0">
              <a:off x="2216830" y="4933323"/>
              <a:ext cx="3117972" cy="2205965"/>
            </a:xfrm>
            <a:custGeom>
              <a:avLst/>
              <a:gdLst/>
              <a:ahLst/>
              <a:cxnLst/>
              <a:rect r="r" b="b" t="t" l="l"/>
              <a:pathLst>
                <a:path h="2205965" w="3117972">
                  <a:moveTo>
                    <a:pt x="0" y="0"/>
                  </a:moveTo>
                  <a:lnTo>
                    <a:pt x="3117971" y="0"/>
                  </a:lnTo>
                  <a:lnTo>
                    <a:pt x="3117971" y="2205965"/>
                  </a:lnTo>
                  <a:lnTo>
                    <a:pt x="0" y="2205965"/>
                  </a:lnTo>
                  <a:lnTo>
                    <a:pt x="0" y="0"/>
                  </a:lnTo>
                  <a:close/>
                </a:path>
              </a:pathLst>
            </a:custGeom>
            <a:blipFill>
              <a:blip r:embed="rId18"/>
              <a:stretch>
                <a:fillRect l="0" t="0" r="0" b="0"/>
              </a:stretch>
            </a:blipFill>
          </p:spPr>
        </p:sp>
        <p:sp>
          <p:nvSpPr>
            <p:cNvPr name="Freeform 20" id="20"/>
            <p:cNvSpPr/>
            <p:nvPr/>
          </p:nvSpPr>
          <p:spPr>
            <a:xfrm flipH="false" flipV="false" rot="0">
              <a:off x="1455600" y="7414149"/>
              <a:ext cx="6182946" cy="4366705"/>
            </a:xfrm>
            <a:custGeom>
              <a:avLst/>
              <a:gdLst/>
              <a:ahLst/>
              <a:cxnLst/>
              <a:rect r="r" b="b" t="t" l="l"/>
              <a:pathLst>
                <a:path h="4366705" w="6182946">
                  <a:moveTo>
                    <a:pt x="0" y="0"/>
                  </a:moveTo>
                  <a:lnTo>
                    <a:pt x="6182945" y="0"/>
                  </a:lnTo>
                  <a:lnTo>
                    <a:pt x="6182945" y="4366705"/>
                  </a:lnTo>
                  <a:lnTo>
                    <a:pt x="0" y="4366705"/>
                  </a:lnTo>
                  <a:lnTo>
                    <a:pt x="0" y="0"/>
                  </a:lnTo>
                  <a:close/>
                </a:path>
              </a:pathLst>
            </a:custGeom>
            <a:blipFill>
              <a:blip r:embed="rId19">
                <a:extLst>
                  <a:ext uri="{96DAC541-7B7A-43D3-8B79-37D633B846F1}">
                    <asvg:svgBlip xmlns:asvg="http://schemas.microsoft.com/office/drawing/2016/SVG/main" r:embed="rId20"/>
                  </a:ext>
                </a:extLst>
              </a:blip>
              <a:stretch>
                <a:fillRect l="0" t="0" r="0" b="0"/>
              </a:stretch>
            </a:blipFill>
          </p:spPr>
        </p:sp>
        <p:sp>
          <p:nvSpPr>
            <p:cNvPr name="Freeform 21" id="21"/>
            <p:cNvSpPr/>
            <p:nvPr/>
          </p:nvSpPr>
          <p:spPr>
            <a:xfrm flipH="false" flipV="false" rot="0">
              <a:off x="9744675" y="7662087"/>
              <a:ext cx="5320885" cy="3757875"/>
            </a:xfrm>
            <a:custGeom>
              <a:avLst/>
              <a:gdLst/>
              <a:ahLst/>
              <a:cxnLst/>
              <a:rect r="r" b="b" t="t" l="l"/>
              <a:pathLst>
                <a:path h="3757875" w="5320885">
                  <a:moveTo>
                    <a:pt x="0" y="0"/>
                  </a:moveTo>
                  <a:lnTo>
                    <a:pt x="5320885" y="0"/>
                  </a:lnTo>
                  <a:lnTo>
                    <a:pt x="5320885" y="3757875"/>
                  </a:lnTo>
                  <a:lnTo>
                    <a:pt x="0" y="3757875"/>
                  </a:lnTo>
                  <a:lnTo>
                    <a:pt x="0" y="0"/>
                  </a:lnTo>
                  <a:close/>
                </a:path>
              </a:pathLst>
            </a:custGeom>
            <a:blipFill>
              <a:blip r:embed="rId21">
                <a:extLst>
                  <a:ext uri="{96DAC541-7B7A-43D3-8B79-37D633B846F1}">
                    <asvg:svgBlip xmlns:asvg="http://schemas.microsoft.com/office/drawing/2016/SVG/main" r:embed="rId22"/>
                  </a:ext>
                </a:extLst>
              </a:blip>
              <a:stretch>
                <a:fillRect l="0" t="0" r="0" b="0"/>
              </a:stretch>
            </a:blipFill>
          </p:spPr>
        </p:sp>
        <p:sp>
          <p:nvSpPr>
            <p:cNvPr name="Freeform 22" id="22"/>
            <p:cNvSpPr/>
            <p:nvPr/>
          </p:nvSpPr>
          <p:spPr>
            <a:xfrm flipH="false" flipV="false" rot="0">
              <a:off x="16785953" y="2727454"/>
              <a:ext cx="6058613" cy="2752437"/>
            </a:xfrm>
            <a:custGeom>
              <a:avLst/>
              <a:gdLst/>
              <a:ahLst/>
              <a:cxnLst/>
              <a:rect r="r" b="b" t="t" l="l"/>
              <a:pathLst>
                <a:path h="2752437" w="6058613">
                  <a:moveTo>
                    <a:pt x="0" y="0"/>
                  </a:moveTo>
                  <a:lnTo>
                    <a:pt x="6058613" y="0"/>
                  </a:lnTo>
                  <a:lnTo>
                    <a:pt x="6058613" y="2752437"/>
                  </a:lnTo>
                  <a:lnTo>
                    <a:pt x="0" y="2752437"/>
                  </a:lnTo>
                  <a:lnTo>
                    <a:pt x="0" y="0"/>
                  </a:lnTo>
                  <a:close/>
                </a:path>
              </a:pathLst>
            </a:custGeom>
            <a:blipFill>
              <a:blip r:embed="rId23"/>
              <a:stretch>
                <a:fillRect l="0" t="-27729" r="0" b="-27729"/>
              </a:stretch>
            </a:blipFill>
          </p:spPr>
        </p:sp>
        <p:sp>
          <p:nvSpPr>
            <p:cNvPr name="Freeform 23" id="23"/>
            <p:cNvSpPr/>
            <p:nvPr/>
          </p:nvSpPr>
          <p:spPr>
            <a:xfrm flipH="false" flipV="false" rot="0">
              <a:off x="16400670" y="3975745"/>
              <a:ext cx="6648469" cy="4695481"/>
            </a:xfrm>
            <a:custGeom>
              <a:avLst/>
              <a:gdLst/>
              <a:ahLst/>
              <a:cxnLst/>
              <a:rect r="r" b="b" t="t" l="l"/>
              <a:pathLst>
                <a:path h="4695481" w="6648469">
                  <a:moveTo>
                    <a:pt x="0" y="0"/>
                  </a:moveTo>
                  <a:lnTo>
                    <a:pt x="6648470" y="0"/>
                  </a:lnTo>
                  <a:lnTo>
                    <a:pt x="6648470" y="4695481"/>
                  </a:lnTo>
                  <a:lnTo>
                    <a:pt x="0" y="4695481"/>
                  </a:lnTo>
                  <a:lnTo>
                    <a:pt x="0" y="0"/>
                  </a:lnTo>
                  <a:close/>
                </a:path>
              </a:pathLst>
            </a:custGeom>
            <a:blipFill>
              <a:blip r:embed="rId24">
                <a:extLst>
                  <a:ext uri="{96DAC541-7B7A-43D3-8B79-37D633B846F1}">
                    <asvg:svgBlip xmlns:asvg="http://schemas.microsoft.com/office/drawing/2016/SVG/main" r:embed="rId25"/>
                  </a:ext>
                </a:extLst>
              </a:blip>
              <a:stretch>
                <a:fillRect l="0" t="0" r="0" b="0"/>
              </a:stretch>
            </a:blipFill>
          </p:spPr>
        </p:sp>
        <p:sp>
          <p:nvSpPr>
            <p:cNvPr name="Freeform 24" id="24"/>
            <p:cNvSpPr/>
            <p:nvPr/>
          </p:nvSpPr>
          <p:spPr>
            <a:xfrm flipH="false" flipV="false" rot="0">
              <a:off x="5002763" y="4391011"/>
              <a:ext cx="4741912" cy="3348975"/>
            </a:xfrm>
            <a:custGeom>
              <a:avLst/>
              <a:gdLst/>
              <a:ahLst/>
              <a:cxnLst/>
              <a:rect r="r" b="b" t="t" l="l"/>
              <a:pathLst>
                <a:path h="3348975" w="4741912">
                  <a:moveTo>
                    <a:pt x="0" y="0"/>
                  </a:moveTo>
                  <a:lnTo>
                    <a:pt x="4741912" y="0"/>
                  </a:lnTo>
                  <a:lnTo>
                    <a:pt x="4741912" y="3348975"/>
                  </a:lnTo>
                  <a:lnTo>
                    <a:pt x="0" y="3348975"/>
                  </a:lnTo>
                  <a:lnTo>
                    <a:pt x="0" y="0"/>
                  </a:lnTo>
                  <a:close/>
                </a:path>
              </a:pathLst>
            </a:custGeom>
            <a:blipFill>
              <a:blip r:embed="rId26">
                <a:extLst>
                  <a:ext uri="{96DAC541-7B7A-43D3-8B79-37D633B846F1}">
                    <asvg:svgBlip xmlns:asvg="http://schemas.microsoft.com/office/drawing/2016/SVG/main" r:embed="rId27"/>
                  </a:ext>
                </a:extLst>
              </a:blip>
              <a:stretch>
                <a:fillRect l="0" t="0" r="0" b="0"/>
              </a:stretch>
            </a:blipFill>
          </p:spPr>
        </p:sp>
        <p:sp>
          <p:nvSpPr>
            <p:cNvPr name="Freeform 25" id="25"/>
            <p:cNvSpPr/>
            <p:nvPr/>
          </p:nvSpPr>
          <p:spPr>
            <a:xfrm flipH="false" flipV="false" rot="0">
              <a:off x="13477068" y="8690452"/>
              <a:ext cx="3803851" cy="2742727"/>
            </a:xfrm>
            <a:custGeom>
              <a:avLst/>
              <a:gdLst/>
              <a:ahLst/>
              <a:cxnLst/>
              <a:rect r="r" b="b" t="t" l="l"/>
              <a:pathLst>
                <a:path h="2742727" w="3803851">
                  <a:moveTo>
                    <a:pt x="0" y="0"/>
                  </a:moveTo>
                  <a:lnTo>
                    <a:pt x="3803851" y="0"/>
                  </a:lnTo>
                  <a:lnTo>
                    <a:pt x="3803851" y="2742726"/>
                  </a:lnTo>
                  <a:lnTo>
                    <a:pt x="0" y="2742726"/>
                  </a:lnTo>
                  <a:lnTo>
                    <a:pt x="0" y="0"/>
                  </a:lnTo>
                  <a:close/>
                </a:path>
              </a:pathLst>
            </a:custGeom>
            <a:blipFill>
              <a:blip r:embed="rId28">
                <a:extLst>
                  <a:ext uri="{96DAC541-7B7A-43D3-8B79-37D633B846F1}">
                    <asvg:svgBlip xmlns:asvg="http://schemas.microsoft.com/office/drawing/2016/SVG/main" r:embed="rId29"/>
                  </a:ext>
                </a:extLst>
              </a:blip>
              <a:stretch>
                <a:fillRect l="-29820" t="-32990" r="-33570" b="-27049"/>
              </a:stretch>
            </a:blipFill>
          </p:spPr>
        </p:sp>
        <p:sp>
          <p:nvSpPr>
            <p:cNvPr name="Freeform 26" id="26"/>
            <p:cNvSpPr/>
            <p:nvPr/>
          </p:nvSpPr>
          <p:spPr>
            <a:xfrm flipH="false" flipV="false" rot="0">
              <a:off x="0" y="6741521"/>
              <a:ext cx="3178331" cy="3660918"/>
            </a:xfrm>
            <a:custGeom>
              <a:avLst/>
              <a:gdLst/>
              <a:ahLst/>
              <a:cxnLst/>
              <a:rect r="r" b="b" t="t" l="l"/>
              <a:pathLst>
                <a:path h="3660918" w="3178331">
                  <a:moveTo>
                    <a:pt x="0" y="0"/>
                  </a:moveTo>
                  <a:lnTo>
                    <a:pt x="3178331" y="0"/>
                  </a:lnTo>
                  <a:lnTo>
                    <a:pt x="3178331" y="3660918"/>
                  </a:lnTo>
                  <a:lnTo>
                    <a:pt x="0" y="3660918"/>
                  </a:lnTo>
                  <a:lnTo>
                    <a:pt x="0" y="0"/>
                  </a:lnTo>
                  <a:close/>
                </a:path>
              </a:pathLst>
            </a:custGeom>
            <a:blipFill>
              <a:blip r:embed="rId30">
                <a:extLst>
                  <a:ext uri="{96DAC541-7B7A-43D3-8B79-37D633B846F1}">
                    <asvg:svgBlip xmlns:asvg="http://schemas.microsoft.com/office/drawing/2016/SVG/main" r:embed="rId31"/>
                  </a:ext>
                </a:extLst>
              </a:blip>
              <a:stretch>
                <a:fillRect l="-36216" t="0" r="-26875" b="0"/>
              </a:stretch>
            </a:blipFill>
          </p:spPr>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DAG55CMpyLA</dc:identifier>
  <dcterms:modified xsi:type="dcterms:W3CDTF">2011-08-01T06:04:30Z</dcterms:modified>
  <cp:revision>1</cp:revision>
  <dc:title>CANARIES_Dark_Presentation</dc:title>
</cp:coreProperties>
</file>