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1 Bold" charset="1" panose="02000503000000020004"/>
      <p:regular r:id="rId26"/>
    </p:embeddedFont>
    <p:embeddedFont>
      <p:font typeface="Inter 2 Bold" charset="1" panose="020B0802030000000004"/>
      <p:regular r:id="rId27"/>
    </p:embeddedFont>
    <p:embeddedFont>
      <p:font typeface="Inter 2 Heavy" charset="1" panose="02000503000000020004"/>
      <p:regular r:id="rId28"/>
    </p:embeddedFont>
    <p:embeddedFont>
      <p:font typeface="Inter 2" charset="1" panose="020B0502030000000004"/>
      <p:regular r:id="rId29"/>
    </p:embeddedFont>
    <p:embeddedFont>
      <p:font typeface="Inter 2 Bold Italics" charset="1" panose="020B0802030000000004"/>
      <p:regular r:id="rId30"/>
    </p:embeddedFont>
    <p:embeddedFont>
      <p:font typeface="Inter 2 Semi-Bold" charset="1" panose="020005030000000200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9.pn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12" Target="../media/image31.pn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2" Target="../media/image24.png" Type="http://schemas.openxmlformats.org/officeDocument/2006/relationships/image"/><Relationship Id="rId3" Target="../media/image10.png" Type="http://schemas.openxmlformats.org/officeDocument/2006/relationships/image"/><Relationship Id="rId4" Target="../media/image25.png" Type="http://schemas.openxmlformats.org/officeDocument/2006/relationships/image"/><Relationship Id="rId5" Target="../media/image12.png" Type="http://schemas.openxmlformats.org/officeDocument/2006/relationships/image"/><Relationship Id="rId6" Target="../media/image26.png" Type="http://schemas.openxmlformats.org/officeDocument/2006/relationships/image"/><Relationship Id="rId7" Target="../media/image17.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23.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png" Type="http://schemas.openxmlformats.org/officeDocument/2006/relationships/image"/><Relationship Id="rId12" Target="../media/image50.png" Type="http://schemas.openxmlformats.org/officeDocument/2006/relationships/image"/><Relationship Id="rId13" Target="../media/image51.png" Type="http://schemas.openxmlformats.org/officeDocument/2006/relationships/image"/><Relationship Id="rId14" Target="../media/image52.png" Type="http://schemas.openxmlformats.org/officeDocument/2006/relationships/image"/><Relationship Id="rId15" Target="../media/image53.png" Type="http://schemas.openxmlformats.org/officeDocument/2006/relationships/image"/><Relationship Id="rId16" Target="../media/image54.png" Type="http://schemas.openxmlformats.org/officeDocument/2006/relationships/image"/><Relationship Id="rId17" Target="../media/image55.png" Type="http://schemas.openxmlformats.org/officeDocument/2006/relationships/image"/><Relationship Id="rId18" Target="../media/image56.png" Type="http://schemas.openxmlformats.org/officeDocument/2006/relationships/image"/><Relationship Id="rId19" Target="../media/image57.png" Type="http://schemas.openxmlformats.org/officeDocument/2006/relationships/image"/><Relationship Id="rId2" Target="../media/image20.png" Type="http://schemas.openxmlformats.org/officeDocument/2006/relationships/image"/><Relationship Id="rId20" Target="../media/image58.png" Type="http://schemas.openxmlformats.org/officeDocument/2006/relationships/image"/><Relationship Id="rId21" Target="../media/image59.png" Type="http://schemas.openxmlformats.org/officeDocument/2006/relationships/image"/><Relationship Id="rId22" Target="../media/image60.png" Type="http://schemas.openxmlformats.org/officeDocument/2006/relationships/image"/><Relationship Id="rId23" Target="../media/image61.png" Type="http://schemas.openxmlformats.org/officeDocument/2006/relationships/image"/><Relationship Id="rId3" Target="../media/image35.png" Type="http://schemas.openxmlformats.org/officeDocument/2006/relationships/image"/><Relationship Id="rId4" Target="../media/image24.png" Type="http://schemas.openxmlformats.org/officeDocument/2006/relationships/image"/><Relationship Id="rId5" Target="../media/image22.pn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 Id="rId8" Target="../media/image46.png" Type="http://schemas.openxmlformats.org/officeDocument/2006/relationships/image"/><Relationship Id="rId9" Target="../media/image4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30.png" Type="http://schemas.openxmlformats.org/officeDocument/2006/relationships/image"/><Relationship Id="rId12" Target="../media/image31.png" Type="http://schemas.openxmlformats.org/officeDocument/2006/relationships/image"/><Relationship Id="rId13" Target="../media/image10.png" Type="http://schemas.openxmlformats.org/officeDocument/2006/relationships/image"/><Relationship Id="rId14" Target="../media/image29.png" Type="http://schemas.openxmlformats.org/officeDocument/2006/relationships/image"/><Relationship Id="rId15" Target="../media/image28.png" Type="http://schemas.openxmlformats.org/officeDocument/2006/relationships/image"/><Relationship Id="rId16" Target="../media/image64.png" Type="http://schemas.openxmlformats.org/officeDocument/2006/relationships/image"/><Relationship Id="rId17" Target="../media/image18.png" Type="http://schemas.openxmlformats.org/officeDocument/2006/relationships/image"/><Relationship Id="rId18" Target="../media/image65.png" Type="http://schemas.openxmlformats.org/officeDocument/2006/relationships/image"/><Relationship Id="rId19" Target="../media/image66.png" Type="http://schemas.openxmlformats.org/officeDocument/2006/relationships/image"/><Relationship Id="rId2" Target="../media/image62.png" Type="http://schemas.openxmlformats.org/officeDocument/2006/relationships/image"/><Relationship Id="rId20" Target="../media/image67.png" Type="http://schemas.openxmlformats.org/officeDocument/2006/relationships/image"/><Relationship Id="rId21" Target="../media/image68.png" Type="http://schemas.openxmlformats.org/officeDocument/2006/relationships/image"/><Relationship Id="rId22" Target="../media/image69.png" Type="http://schemas.openxmlformats.org/officeDocument/2006/relationships/image"/><Relationship Id="rId23" Target="../media/image70.png" Type="http://schemas.openxmlformats.org/officeDocument/2006/relationships/image"/><Relationship Id="rId24" Target="../media/image71.png" Type="http://schemas.openxmlformats.org/officeDocument/2006/relationships/image"/><Relationship Id="rId25" Target="../media/image72.png" Type="http://schemas.openxmlformats.org/officeDocument/2006/relationships/image"/><Relationship Id="rId26" Target="../media/image73.png" Type="http://schemas.openxmlformats.org/officeDocument/2006/relationships/image"/><Relationship Id="rId27" Target="../media/image74.svg" Type="http://schemas.openxmlformats.org/officeDocument/2006/relationships/image"/><Relationship Id="rId28" Target="../media/image32.png" Type="http://schemas.openxmlformats.org/officeDocument/2006/relationships/image"/><Relationship Id="rId29" Target="../media/image33.svg" Type="http://schemas.openxmlformats.org/officeDocument/2006/relationships/image"/><Relationship Id="rId3" Target="../media/image34.png" Type="http://schemas.openxmlformats.org/officeDocument/2006/relationships/image"/><Relationship Id="rId4" Target="../media/image1.png" Type="http://schemas.openxmlformats.org/officeDocument/2006/relationships/image"/><Relationship Id="rId5" Target="../media/image63.png" Type="http://schemas.openxmlformats.org/officeDocument/2006/relationships/image"/><Relationship Id="rId6" Target="../media/image26.png" Type="http://schemas.openxmlformats.org/officeDocument/2006/relationships/image"/><Relationship Id="rId7" Target="../media/image25.png" Type="http://schemas.openxmlformats.org/officeDocument/2006/relationships/image"/><Relationship Id="rId8" Target="../media/image12.png" Type="http://schemas.openxmlformats.org/officeDocument/2006/relationships/image"/><Relationship Id="rId9"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69824" y="668641"/>
            <a:ext cx="1748353" cy="1372521"/>
          </a:xfrm>
          <a:custGeom>
            <a:avLst/>
            <a:gdLst/>
            <a:ahLst/>
            <a:cxnLst/>
            <a:rect r="r" b="b" t="t" l="l"/>
            <a:pathLst>
              <a:path h="1372521" w="1748353">
                <a:moveTo>
                  <a:pt x="0" y="0"/>
                </a:moveTo>
                <a:lnTo>
                  <a:pt x="1748352" y="0"/>
                </a:lnTo>
                <a:lnTo>
                  <a:pt x="1748352" y="1372521"/>
                </a:lnTo>
                <a:lnTo>
                  <a:pt x="0" y="1372521"/>
                </a:lnTo>
                <a:lnTo>
                  <a:pt x="0" y="0"/>
                </a:lnTo>
                <a:close/>
              </a:path>
            </a:pathLst>
          </a:custGeom>
          <a:blipFill>
            <a:blip r:embed="rId2"/>
            <a:stretch>
              <a:fillRect l="0" t="0" r="0" b="-472"/>
            </a:stretch>
          </a:blipFill>
        </p:spPr>
      </p:sp>
      <p:grpSp>
        <p:nvGrpSpPr>
          <p:cNvPr name="Group 3" id="3"/>
          <p:cNvGrpSpPr/>
          <p:nvPr/>
        </p:nvGrpSpPr>
        <p:grpSpPr>
          <a:xfrm rot="0">
            <a:off x="5399414" y="3178092"/>
            <a:ext cx="7027231" cy="1167216"/>
            <a:chOff x="0" y="0"/>
            <a:chExt cx="9369642" cy="1556288"/>
          </a:xfrm>
        </p:grpSpPr>
        <p:sp>
          <p:nvSpPr>
            <p:cNvPr name="Freeform 4" id="4"/>
            <p:cNvSpPr/>
            <p:nvPr/>
          </p:nvSpPr>
          <p:spPr>
            <a:xfrm flipH="false" flipV="false" rot="0">
              <a:off x="0" y="10781"/>
              <a:ext cx="1674698" cy="1545507"/>
            </a:xfrm>
            <a:custGeom>
              <a:avLst/>
              <a:gdLst/>
              <a:ahLst/>
              <a:cxnLst/>
              <a:rect r="r" b="b" t="t" l="l"/>
              <a:pathLst>
                <a:path h="1545507" w="1674698">
                  <a:moveTo>
                    <a:pt x="0" y="0"/>
                  </a:moveTo>
                  <a:lnTo>
                    <a:pt x="1674698" y="0"/>
                  </a:lnTo>
                  <a:lnTo>
                    <a:pt x="1674698" y="1545507"/>
                  </a:lnTo>
                  <a:lnTo>
                    <a:pt x="0" y="1545507"/>
                  </a:lnTo>
                  <a:lnTo>
                    <a:pt x="0" y="0"/>
                  </a:lnTo>
                  <a:close/>
                </a:path>
              </a:pathLst>
            </a:custGeom>
            <a:blipFill>
              <a:blip r:embed="rId3"/>
              <a:stretch>
                <a:fillRect l="-28489" t="-121860" r="-504340" b="-121860"/>
              </a:stretch>
            </a:blipFill>
          </p:spPr>
        </p:sp>
        <p:sp>
          <p:nvSpPr>
            <p:cNvPr name="Freeform 5" id="5"/>
            <p:cNvSpPr/>
            <p:nvPr/>
          </p:nvSpPr>
          <p:spPr>
            <a:xfrm flipH="false" flipV="false" rot="0">
              <a:off x="1710427" y="0"/>
              <a:ext cx="940305" cy="1545507"/>
            </a:xfrm>
            <a:custGeom>
              <a:avLst/>
              <a:gdLst/>
              <a:ahLst/>
              <a:cxnLst/>
              <a:rect r="r" b="b" t="t" l="l"/>
              <a:pathLst>
                <a:path h="1545507" w="940305">
                  <a:moveTo>
                    <a:pt x="0" y="0"/>
                  </a:moveTo>
                  <a:lnTo>
                    <a:pt x="940306" y="0"/>
                  </a:lnTo>
                  <a:lnTo>
                    <a:pt x="940306" y="1545507"/>
                  </a:lnTo>
                  <a:lnTo>
                    <a:pt x="0" y="1545507"/>
                  </a:lnTo>
                  <a:lnTo>
                    <a:pt x="0" y="0"/>
                  </a:lnTo>
                  <a:close/>
                </a:path>
              </a:pathLst>
            </a:custGeom>
            <a:blipFill>
              <a:blip r:embed="rId3"/>
              <a:stretch>
                <a:fillRect l="-232977" t="-121860" r="-794102" b="-121860"/>
              </a:stretch>
            </a:blipFill>
          </p:spPr>
        </p:sp>
        <p:sp>
          <p:nvSpPr>
            <p:cNvPr name="Freeform 6" id="6"/>
            <p:cNvSpPr/>
            <p:nvPr/>
          </p:nvSpPr>
          <p:spPr>
            <a:xfrm flipH="false" flipV="false" rot="0">
              <a:off x="2777291" y="10781"/>
              <a:ext cx="940305" cy="1545507"/>
            </a:xfrm>
            <a:custGeom>
              <a:avLst/>
              <a:gdLst/>
              <a:ahLst/>
              <a:cxnLst/>
              <a:rect r="r" b="b" t="t" l="l"/>
              <a:pathLst>
                <a:path h="1545507" w="940305">
                  <a:moveTo>
                    <a:pt x="0" y="0"/>
                  </a:moveTo>
                  <a:lnTo>
                    <a:pt x="940306" y="0"/>
                  </a:lnTo>
                  <a:lnTo>
                    <a:pt x="940306" y="1545507"/>
                  </a:lnTo>
                  <a:lnTo>
                    <a:pt x="0" y="1545507"/>
                  </a:lnTo>
                  <a:lnTo>
                    <a:pt x="0" y="0"/>
                  </a:lnTo>
                  <a:close/>
                </a:path>
              </a:pathLst>
            </a:custGeom>
            <a:blipFill>
              <a:blip r:embed="rId3"/>
              <a:stretch>
                <a:fillRect l="-345123" t="-121860" r="-681956" b="-121860"/>
              </a:stretch>
            </a:blipFill>
          </p:spPr>
        </p:sp>
        <p:sp>
          <p:nvSpPr>
            <p:cNvPr name="Freeform 7" id="7"/>
            <p:cNvSpPr/>
            <p:nvPr/>
          </p:nvSpPr>
          <p:spPr>
            <a:xfrm flipH="false" flipV="false" rot="0">
              <a:off x="3887310" y="10781"/>
              <a:ext cx="761503" cy="1545507"/>
            </a:xfrm>
            <a:custGeom>
              <a:avLst/>
              <a:gdLst/>
              <a:ahLst/>
              <a:cxnLst/>
              <a:rect r="r" b="b" t="t" l="l"/>
              <a:pathLst>
                <a:path h="1545507" w="761503">
                  <a:moveTo>
                    <a:pt x="0" y="0"/>
                  </a:moveTo>
                  <a:lnTo>
                    <a:pt x="761503" y="0"/>
                  </a:lnTo>
                  <a:lnTo>
                    <a:pt x="761503" y="1545507"/>
                  </a:lnTo>
                  <a:lnTo>
                    <a:pt x="0" y="1545507"/>
                  </a:lnTo>
                  <a:lnTo>
                    <a:pt x="0" y="0"/>
                  </a:lnTo>
                  <a:close/>
                </a:path>
              </a:pathLst>
            </a:custGeom>
            <a:blipFill>
              <a:blip r:embed="rId3"/>
              <a:stretch>
                <a:fillRect l="-573100" t="-121860" r="-718619" b="-121860"/>
              </a:stretch>
            </a:blipFill>
          </p:spPr>
        </p:sp>
        <p:sp>
          <p:nvSpPr>
            <p:cNvPr name="Freeform 8" id="8"/>
            <p:cNvSpPr/>
            <p:nvPr/>
          </p:nvSpPr>
          <p:spPr>
            <a:xfrm flipH="false" flipV="false" rot="0">
              <a:off x="4845329" y="10781"/>
              <a:ext cx="647208" cy="1545507"/>
            </a:xfrm>
            <a:custGeom>
              <a:avLst/>
              <a:gdLst/>
              <a:ahLst/>
              <a:cxnLst/>
              <a:rect r="r" b="b" t="t" l="l"/>
              <a:pathLst>
                <a:path h="1545507" w="647208">
                  <a:moveTo>
                    <a:pt x="0" y="0"/>
                  </a:moveTo>
                  <a:lnTo>
                    <a:pt x="647208" y="0"/>
                  </a:lnTo>
                  <a:lnTo>
                    <a:pt x="647208" y="1545507"/>
                  </a:lnTo>
                  <a:lnTo>
                    <a:pt x="0" y="1545507"/>
                  </a:lnTo>
                  <a:lnTo>
                    <a:pt x="0" y="0"/>
                  </a:lnTo>
                  <a:close/>
                </a:path>
              </a:pathLst>
            </a:custGeom>
            <a:blipFill>
              <a:blip r:embed="rId3"/>
              <a:stretch>
                <a:fillRect l="-822191" t="-121860" r="-715302" b="-121860"/>
              </a:stretch>
            </a:blipFill>
          </p:spPr>
        </p:sp>
        <p:sp>
          <p:nvSpPr>
            <p:cNvPr name="Freeform 9" id="9"/>
            <p:cNvSpPr/>
            <p:nvPr/>
          </p:nvSpPr>
          <p:spPr>
            <a:xfrm flipH="false" flipV="false" rot="0">
              <a:off x="5705339" y="10781"/>
              <a:ext cx="534424" cy="1545507"/>
            </a:xfrm>
            <a:custGeom>
              <a:avLst/>
              <a:gdLst/>
              <a:ahLst/>
              <a:cxnLst/>
              <a:rect r="r" b="b" t="t" l="l"/>
              <a:pathLst>
                <a:path h="1545507" w="534424">
                  <a:moveTo>
                    <a:pt x="0" y="0"/>
                  </a:moveTo>
                  <a:lnTo>
                    <a:pt x="534425" y="0"/>
                  </a:lnTo>
                  <a:lnTo>
                    <a:pt x="534425" y="1545507"/>
                  </a:lnTo>
                  <a:lnTo>
                    <a:pt x="0" y="1545507"/>
                  </a:lnTo>
                  <a:lnTo>
                    <a:pt x="0" y="0"/>
                  </a:lnTo>
                  <a:close/>
                </a:path>
              </a:pathLst>
            </a:custGeom>
            <a:blipFill>
              <a:blip r:embed="rId3"/>
              <a:stretch>
                <a:fillRect l="-1153983" t="-121860" r="-729083" b="-121860"/>
              </a:stretch>
            </a:blipFill>
          </p:spPr>
        </p:sp>
        <p:sp>
          <p:nvSpPr>
            <p:cNvPr name="Freeform 10" id="10"/>
            <p:cNvSpPr/>
            <p:nvPr/>
          </p:nvSpPr>
          <p:spPr>
            <a:xfrm flipH="false" flipV="false" rot="0">
              <a:off x="6364815" y="10781"/>
              <a:ext cx="769406" cy="1545507"/>
            </a:xfrm>
            <a:custGeom>
              <a:avLst/>
              <a:gdLst/>
              <a:ahLst/>
              <a:cxnLst/>
              <a:rect r="r" b="b" t="t" l="l"/>
              <a:pathLst>
                <a:path h="1545507" w="769406">
                  <a:moveTo>
                    <a:pt x="0" y="0"/>
                  </a:moveTo>
                  <a:lnTo>
                    <a:pt x="769406" y="0"/>
                  </a:lnTo>
                  <a:lnTo>
                    <a:pt x="769406" y="1545507"/>
                  </a:lnTo>
                  <a:lnTo>
                    <a:pt x="0" y="1545507"/>
                  </a:lnTo>
                  <a:lnTo>
                    <a:pt x="0" y="0"/>
                  </a:lnTo>
                  <a:close/>
                </a:path>
              </a:pathLst>
            </a:custGeom>
            <a:blipFill>
              <a:blip r:embed="rId3"/>
              <a:stretch>
                <a:fillRect l="-889500" t="-121860" r="-387924" b="-121860"/>
              </a:stretch>
            </a:blipFill>
          </p:spPr>
        </p:sp>
        <p:sp>
          <p:nvSpPr>
            <p:cNvPr name="Freeform 11" id="11"/>
            <p:cNvSpPr/>
            <p:nvPr/>
          </p:nvSpPr>
          <p:spPr>
            <a:xfrm flipH="false" flipV="false" rot="0">
              <a:off x="7241409" y="10781"/>
              <a:ext cx="686329" cy="1545507"/>
            </a:xfrm>
            <a:custGeom>
              <a:avLst/>
              <a:gdLst/>
              <a:ahLst/>
              <a:cxnLst/>
              <a:rect r="r" b="b" t="t" l="l"/>
              <a:pathLst>
                <a:path h="1545507" w="686329">
                  <a:moveTo>
                    <a:pt x="0" y="0"/>
                  </a:moveTo>
                  <a:lnTo>
                    <a:pt x="686328" y="0"/>
                  </a:lnTo>
                  <a:lnTo>
                    <a:pt x="686328" y="1545507"/>
                  </a:lnTo>
                  <a:lnTo>
                    <a:pt x="0" y="1545507"/>
                  </a:lnTo>
                  <a:lnTo>
                    <a:pt x="0" y="0"/>
                  </a:lnTo>
                  <a:close/>
                </a:path>
              </a:pathLst>
            </a:custGeom>
            <a:blipFill>
              <a:blip r:embed="rId3"/>
              <a:stretch>
                <a:fillRect l="-1132522" t="-121860" r="-311634" b="-121860"/>
              </a:stretch>
            </a:blipFill>
          </p:spPr>
        </p:sp>
        <p:sp>
          <p:nvSpPr>
            <p:cNvPr name="Freeform 12" id="12"/>
            <p:cNvSpPr/>
            <p:nvPr/>
          </p:nvSpPr>
          <p:spPr>
            <a:xfrm flipH="false" flipV="false" rot="0">
              <a:off x="7918112" y="10781"/>
              <a:ext cx="1004461" cy="1545507"/>
            </a:xfrm>
            <a:custGeom>
              <a:avLst/>
              <a:gdLst/>
              <a:ahLst/>
              <a:cxnLst/>
              <a:rect r="r" b="b" t="t" l="l"/>
              <a:pathLst>
                <a:path h="1545507" w="1004461">
                  <a:moveTo>
                    <a:pt x="0" y="0"/>
                  </a:moveTo>
                  <a:lnTo>
                    <a:pt x="1004461" y="0"/>
                  </a:lnTo>
                  <a:lnTo>
                    <a:pt x="1004461" y="1545507"/>
                  </a:lnTo>
                  <a:lnTo>
                    <a:pt x="0" y="1545507"/>
                  </a:lnTo>
                  <a:lnTo>
                    <a:pt x="0" y="0"/>
                  </a:lnTo>
                  <a:close/>
                </a:path>
              </a:pathLst>
            </a:custGeom>
            <a:blipFill>
              <a:blip r:embed="rId3"/>
              <a:stretch>
                <a:fillRect l="-836522" t="-121860" r="-118570" b="-121860"/>
              </a:stretch>
            </a:blipFill>
          </p:spPr>
        </p:sp>
        <p:sp>
          <p:nvSpPr>
            <p:cNvPr name="Freeform 13" id="13"/>
            <p:cNvSpPr/>
            <p:nvPr/>
          </p:nvSpPr>
          <p:spPr>
            <a:xfrm flipH="false" flipV="false" rot="0">
              <a:off x="8892423" y="10781"/>
              <a:ext cx="477219" cy="1545507"/>
            </a:xfrm>
            <a:custGeom>
              <a:avLst/>
              <a:gdLst/>
              <a:ahLst/>
              <a:cxnLst/>
              <a:rect r="r" b="b" t="t" l="l"/>
              <a:pathLst>
                <a:path h="1545507" w="477219">
                  <a:moveTo>
                    <a:pt x="0" y="0"/>
                  </a:moveTo>
                  <a:lnTo>
                    <a:pt x="477219" y="0"/>
                  </a:lnTo>
                  <a:lnTo>
                    <a:pt x="477219" y="1545507"/>
                  </a:lnTo>
                  <a:lnTo>
                    <a:pt x="0" y="1545507"/>
                  </a:lnTo>
                  <a:lnTo>
                    <a:pt x="0" y="0"/>
                  </a:lnTo>
                  <a:close/>
                </a:path>
              </a:pathLst>
            </a:custGeom>
            <a:blipFill>
              <a:blip r:embed="rId3"/>
              <a:stretch>
                <a:fillRect l="-1953737" t="-121860" r="-167044" b="-121860"/>
              </a:stretch>
            </a:blipFill>
          </p:spPr>
        </p:sp>
      </p:grpSp>
      <p:sp>
        <p:nvSpPr>
          <p:cNvPr name="Freeform 14" id="14"/>
          <p:cNvSpPr/>
          <p:nvPr/>
        </p:nvSpPr>
        <p:spPr>
          <a:xfrm flipH="false" flipV="false" rot="0">
            <a:off x="12645688" y="1075386"/>
            <a:ext cx="2150459" cy="454284"/>
          </a:xfrm>
          <a:custGeom>
            <a:avLst/>
            <a:gdLst/>
            <a:ahLst/>
            <a:cxnLst/>
            <a:rect r="r" b="b" t="t" l="l"/>
            <a:pathLst>
              <a:path h="454284" w="2150459">
                <a:moveTo>
                  <a:pt x="0" y="0"/>
                </a:moveTo>
                <a:lnTo>
                  <a:pt x="2150459" y="0"/>
                </a:lnTo>
                <a:lnTo>
                  <a:pt x="2150459" y="454284"/>
                </a:lnTo>
                <a:lnTo>
                  <a:pt x="0" y="454284"/>
                </a:lnTo>
                <a:lnTo>
                  <a:pt x="0" y="0"/>
                </a:lnTo>
                <a:close/>
              </a:path>
            </a:pathLst>
          </a:custGeom>
          <a:blipFill>
            <a:blip r:embed="rId4"/>
            <a:stretch>
              <a:fillRect l="0" t="0" r="0" b="0"/>
            </a:stretch>
          </a:blipFill>
        </p:spPr>
      </p:sp>
      <p:sp>
        <p:nvSpPr>
          <p:cNvPr name="Freeform 15" id="15"/>
          <p:cNvSpPr/>
          <p:nvPr/>
        </p:nvSpPr>
        <p:spPr>
          <a:xfrm flipH="false" flipV="false" rot="0">
            <a:off x="15174425" y="984821"/>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5"/>
            <a:stretch>
              <a:fillRect l="0" t="0" r="0" b="0"/>
            </a:stretch>
          </a:blipFill>
        </p:spPr>
      </p:sp>
      <p:sp>
        <p:nvSpPr>
          <p:cNvPr name="Freeform 16" id="16"/>
          <p:cNvSpPr/>
          <p:nvPr/>
        </p:nvSpPr>
        <p:spPr>
          <a:xfrm flipH="false" flipV="false" rot="0">
            <a:off x="807605" y="860320"/>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6"/>
            <a:stretch>
              <a:fillRect l="0" t="0" r="0" b="0"/>
            </a:stretch>
          </a:blipFill>
        </p:spPr>
      </p:sp>
      <p:sp>
        <p:nvSpPr>
          <p:cNvPr name="Freeform 17" id="17"/>
          <p:cNvSpPr/>
          <p:nvPr/>
        </p:nvSpPr>
        <p:spPr>
          <a:xfrm flipH="false" flipV="false" rot="0">
            <a:off x="3330473" y="371800"/>
            <a:ext cx="1466323" cy="1466323"/>
          </a:xfrm>
          <a:custGeom>
            <a:avLst/>
            <a:gdLst/>
            <a:ahLst/>
            <a:cxnLst/>
            <a:rect r="r" b="b" t="t" l="l"/>
            <a:pathLst>
              <a:path h="1466323" w="1466323">
                <a:moveTo>
                  <a:pt x="0" y="0"/>
                </a:moveTo>
                <a:lnTo>
                  <a:pt x="1466322" y="0"/>
                </a:lnTo>
                <a:lnTo>
                  <a:pt x="1466322" y="1466323"/>
                </a:lnTo>
                <a:lnTo>
                  <a:pt x="0" y="1466323"/>
                </a:lnTo>
                <a:lnTo>
                  <a:pt x="0" y="0"/>
                </a:lnTo>
                <a:close/>
              </a:path>
            </a:pathLst>
          </a:custGeom>
          <a:blipFill>
            <a:blip r:embed="rId7"/>
            <a:stretch>
              <a:fillRect l="0" t="0" r="0" b="0"/>
            </a:stretch>
          </a:blipFill>
        </p:spPr>
      </p:sp>
      <p:sp>
        <p:nvSpPr>
          <p:cNvPr name="TextBox 18" id="18"/>
          <p:cNvSpPr txBox="true"/>
          <p:nvPr/>
        </p:nvSpPr>
        <p:spPr>
          <a:xfrm rot="0">
            <a:off x="7953589" y="2796502"/>
            <a:ext cx="2481558" cy="367622"/>
          </a:xfrm>
          <a:prstGeom prst="rect">
            <a:avLst/>
          </a:prstGeom>
        </p:spPr>
        <p:txBody>
          <a:bodyPr anchor="t" rtlCol="false" tIns="0" lIns="0" bIns="0" rIns="0">
            <a:spAutoFit/>
          </a:bodyPr>
          <a:lstStyle/>
          <a:p>
            <a:pPr algn="ctr" marL="0" indent="0" lvl="0">
              <a:lnSpc>
                <a:spcPts val="2709"/>
              </a:lnSpc>
            </a:pPr>
            <a:r>
              <a:rPr lang="en-US" b="true" sz="2913" spc="-87">
                <a:solidFill>
                  <a:srgbClr val="000000"/>
                </a:solidFill>
                <a:latin typeface="Inter 1 Bold"/>
                <a:ea typeface="Inter 1 Bold"/>
                <a:cs typeface="Inter 1 Bold"/>
                <a:sym typeface="Inter 1 Bold"/>
              </a:rPr>
              <a:t>WELCOME TO </a:t>
            </a:r>
          </a:p>
        </p:txBody>
      </p:sp>
      <p:sp>
        <p:nvSpPr>
          <p:cNvPr name="Freeform 19" id="19"/>
          <p:cNvSpPr/>
          <p:nvPr/>
        </p:nvSpPr>
        <p:spPr>
          <a:xfrm flipH="false" flipV="false" rot="0">
            <a:off x="-238488" y="1028700"/>
            <a:ext cx="18835524" cy="9417762"/>
          </a:xfrm>
          <a:custGeom>
            <a:avLst/>
            <a:gdLst/>
            <a:ahLst/>
            <a:cxnLst/>
            <a:rect r="r" b="b" t="t" l="l"/>
            <a:pathLst>
              <a:path h="9417762" w="18835524">
                <a:moveTo>
                  <a:pt x="0" y="0"/>
                </a:moveTo>
                <a:lnTo>
                  <a:pt x="18835525" y="0"/>
                </a:lnTo>
                <a:lnTo>
                  <a:pt x="18835525" y="9417762"/>
                </a:lnTo>
                <a:lnTo>
                  <a:pt x="0" y="94177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85147" y="3638396"/>
            <a:ext cx="12646863" cy="3676957"/>
          </a:xfrm>
          <a:prstGeom prst="rect">
            <a:avLst/>
          </a:prstGeom>
        </p:spPr>
        <p:txBody>
          <a:bodyPr anchor="t" rtlCol="false" tIns="0" lIns="0" bIns="0" rIns="0">
            <a:spAutoFit/>
          </a:bodyPr>
          <a:lstStyle/>
          <a:p>
            <a:pPr algn="l">
              <a:lnSpc>
                <a:spcPts val="13588"/>
              </a:lnSpc>
            </a:pPr>
            <a:r>
              <a:rPr lang="en-US" b="true" sz="17201" spc="-2029">
                <a:solidFill>
                  <a:srgbClr val="000000"/>
                </a:solidFill>
                <a:latin typeface="Inter 2 Bold"/>
                <a:ea typeface="Inter 2 Bold"/>
                <a:cs typeface="Inter 2 Bold"/>
                <a:sym typeface="Inter 2 Bold"/>
              </a:rPr>
              <a:t>TOPIC</a:t>
            </a:r>
          </a:p>
          <a:p>
            <a:pPr algn="l" marL="0" indent="0" lvl="0">
              <a:lnSpc>
                <a:spcPts val="13588"/>
              </a:lnSpc>
              <a:spcBef>
                <a:spcPct val="0"/>
              </a:spcBef>
            </a:pPr>
            <a:r>
              <a:rPr lang="en-US" b="true" sz="17201" spc="-2029">
                <a:solidFill>
                  <a:srgbClr val="000000"/>
                </a:solidFill>
                <a:latin typeface="Inter 2 Bold"/>
                <a:ea typeface="Inter 2 Bold"/>
                <a:cs typeface="Inter 2 Bold"/>
                <a:sym typeface="Inter 2 Bold"/>
              </a:rPr>
              <a:t>DISCUSSION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10141288">
            <a:off x="1936753" y="-996066"/>
            <a:ext cx="2194815" cy="1992131"/>
          </a:xfrm>
          <a:custGeom>
            <a:avLst/>
            <a:gdLst/>
            <a:ahLst/>
            <a:cxnLst/>
            <a:rect r="r" b="b" t="t" l="l"/>
            <a:pathLst>
              <a:path h="1992131" w="2194815">
                <a:moveTo>
                  <a:pt x="2194815" y="0"/>
                </a:moveTo>
                <a:lnTo>
                  <a:pt x="0" y="0"/>
                </a:lnTo>
                <a:lnTo>
                  <a:pt x="0" y="1992132"/>
                </a:lnTo>
                <a:lnTo>
                  <a:pt x="2194815" y="1992132"/>
                </a:lnTo>
                <a:lnTo>
                  <a:pt x="2194815" y="0"/>
                </a:lnTo>
                <a:close/>
              </a:path>
            </a:pathLst>
          </a:custGeom>
          <a:blipFill>
            <a:blip r:embed="rId2"/>
            <a:stretch>
              <a:fillRect l="-54970" t="-185863" r="-261943" b="-39113"/>
            </a:stretch>
          </a:blipFill>
        </p:spPr>
      </p:sp>
      <p:grpSp>
        <p:nvGrpSpPr>
          <p:cNvPr name="Group 3" id="3"/>
          <p:cNvGrpSpPr/>
          <p:nvPr/>
        </p:nvGrpSpPr>
        <p:grpSpPr>
          <a:xfrm rot="0">
            <a:off x="9144000" y="2740405"/>
            <a:ext cx="9144000" cy="1523810"/>
            <a:chOff x="0" y="0"/>
            <a:chExt cx="12192000" cy="2031746"/>
          </a:xfrm>
        </p:grpSpPr>
        <p:sp>
          <p:nvSpPr>
            <p:cNvPr name="AutoShape 4" id="4"/>
            <p:cNvSpPr/>
            <p:nvPr/>
          </p:nvSpPr>
          <p:spPr>
            <a:xfrm>
              <a:off x="0" y="2019046"/>
              <a:ext cx="12192000" cy="0"/>
            </a:xfrm>
            <a:prstGeom prst="line">
              <a:avLst/>
            </a:prstGeom>
            <a:ln cap="flat" w="25400">
              <a:solidFill>
                <a:srgbClr val="000000"/>
              </a:solidFill>
              <a:prstDash val="solid"/>
              <a:headEnd type="none" len="sm" w="sm"/>
              <a:tailEnd type="none" len="sm" w="sm"/>
            </a:ln>
          </p:spPr>
        </p:sp>
        <p:sp>
          <p:nvSpPr>
            <p:cNvPr name="AutoShape 5" id="5"/>
            <p:cNvSpPr/>
            <p:nvPr/>
          </p:nvSpPr>
          <p:spPr>
            <a:xfrm>
              <a:off x="0" y="12700"/>
              <a:ext cx="12192000" cy="0"/>
            </a:xfrm>
            <a:prstGeom prst="line">
              <a:avLst/>
            </a:prstGeom>
            <a:ln cap="flat" w="25400">
              <a:solidFill>
                <a:srgbClr val="000000"/>
              </a:solidFill>
              <a:prstDash val="solid"/>
              <a:headEnd type="none" len="sm" w="sm"/>
              <a:tailEnd type="none" len="sm" w="sm"/>
            </a:ln>
          </p:spPr>
        </p:sp>
      </p:grpSp>
      <p:grpSp>
        <p:nvGrpSpPr>
          <p:cNvPr name="Group 6" id="6"/>
          <p:cNvGrpSpPr/>
          <p:nvPr/>
        </p:nvGrpSpPr>
        <p:grpSpPr>
          <a:xfrm rot="0">
            <a:off x="9144000" y="5816650"/>
            <a:ext cx="9441794" cy="1523810"/>
            <a:chOff x="0" y="0"/>
            <a:chExt cx="12589059" cy="2031746"/>
          </a:xfrm>
        </p:grpSpPr>
        <p:sp>
          <p:nvSpPr>
            <p:cNvPr name="AutoShape 7" id="7"/>
            <p:cNvSpPr/>
            <p:nvPr/>
          </p:nvSpPr>
          <p:spPr>
            <a:xfrm>
              <a:off x="0" y="2019046"/>
              <a:ext cx="12589059" cy="0"/>
            </a:xfrm>
            <a:prstGeom prst="line">
              <a:avLst/>
            </a:prstGeom>
            <a:ln cap="flat" w="25400">
              <a:solidFill>
                <a:srgbClr val="000000"/>
              </a:solidFill>
              <a:prstDash val="solid"/>
              <a:headEnd type="none" len="sm" w="sm"/>
              <a:tailEnd type="none" len="sm" w="sm"/>
            </a:ln>
          </p:spPr>
        </p:sp>
        <p:sp>
          <p:nvSpPr>
            <p:cNvPr name="AutoShape 8" id="8"/>
            <p:cNvSpPr/>
            <p:nvPr/>
          </p:nvSpPr>
          <p:spPr>
            <a:xfrm>
              <a:off x="0" y="12700"/>
              <a:ext cx="12589059" cy="0"/>
            </a:xfrm>
            <a:prstGeom prst="line">
              <a:avLst/>
            </a:prstGeom>
            <a:ln cap="flat" w="25400">
              <a:solidFill>
                <a:srgbClr val="000000"/>
              </a:solidFill>
              <a:prstDash val="solid"/>
              <a:headEnd type="none" len="sm" w="sm"/>
              <a:tailEnd type="none" len="sm" w="sm"/>
            </a:ln>
          </p:spPr>
        </p:sp>
      </p:grpSp>
      <p:sp>
        <p:nvSpPr>
          <p:cNvPr name="Freeform 9" id="9"/>
          <p:cNvSpPr/>
          <p:nvPr/>
        </p:nvSpPr>
        <p:spPr>
          <a:xfrm flipH="false" flipV="false" rot="0">
            <a:off x="14946671" y="7026134"/>
            <a:ext cx="5063928" cy="4255654"/>
          </a:xfrm>
          <a:custGeom>
            <a:avLst/>
            <a:gdLst/>
            <a:ahLst/>
            <a:cxnLst/>
            <a:rect r="r" b="b" t="t" l="l"/>
            <a:pathLst>
              <a:path h="4255654" w="5063928">
                <a:moveTo>
                  <a:pt x="0" y="0"/>
                </a:moveTo>
                <a:lnTo>
                  <a:pt x="5063928" y="0"/>
                </a:lnTo>
                <a:lnTo>
                  <a:pt x="5063928" y="4255654"/>
                </a:lnTo>
                <a:lnTo>
                  <a:pt x="0" y="4255654"/>
                </a:lnTo>
                <a:lnTo>
                  <a:pt x="0" y="0"/>
                </a:lnTo>
                <a:close/>
              </a:path>
            </a:pathLst>
          </a:custGeom>
          <a:blipFill>
            <a:blip r:embed="rId3"/>
            <a:stretch>
              <a:fillRect l="-12280" t="0" r="-21727" b="-12817"/>
            </a:stretch>
          </a:blipFill>
        </p:spPr>
      </p:sp>
      <p:grpSp>
        <p:nvGrpSpPr>
          <p:cNvPr name="Group 10" id="10"/>
          <p:cNvGrpSpPr/>
          <p:nvPr/>
        </p:nvGrpSpPr>
        <p:grpSpPr>
          <a:xfrm rot="0">
            <a:off x="264794" y="6415236"/>
            <a:ext cx="5538732" cy="6685536"/>
            <a:chOff x="0" y="0"/>
            <a:chExt cx="7384976" cy="8914048"/>
          </a:xfrm>
        </p:grpSpPr>
        <p:sp>
          <p:nvSpPr>
            <p:cNvPr name="Freeform 11" id="11"/>
            <p:cNvSpPr/>
            <p:nvPr/>
          </p:nvSpPr>
          <p:spPr>
            <a:xfrm flipH="true" flipV="false" rot="0">
              <a:off x="0" y="2310426"/>
              <a:ext cx="6740503" cy="6603622"/>
            </a:xfrm>
            <a:custGeom>
              <a:avLst/>
              <a:gdLst/>
              <a:ahLst/>
              <a:cxnLst/>
              <a:rect r="r" b="b" t="t" l="l"/>
              <a:pathLst>
                <a:path h="6603622" w="6740503">
                  <a:moveTo>
                    <a:pt x="6740503" y="0"/>
                  </a:moveTo>
                  <a:lnTo>
                    <a:pt x="0" y="0"/>
                  </a:lnTo>
                  <a:lnTo>
                    <a:pt x="0" y="6603622"/>
                  </a:lnTo>
                  <a:lnTo>
                    <a:pt x="6740503" y="6603622"/>
                  </a:lnTo>
                  <a:lnTo>
                    <a:pt x="6740503" y="0"/>
                  </a:lnTo>
                  <a:close/>
                </a:path>
              </a:pathLst>
            </a:custGeom>
            <a:blipFill>
              <a:blip r:embed="rId4"/>
              <a:stretch>
                <a:fillRect l="-24929" t="-8223" r="-24929" b="0"/>
              </a:stretch>
            </a:blipFill>
          </p:spPr>
        </p:sp>
        <p:sp>
          <p:nvSpPr>
            <p:cNvPr name="Freeform 12" id="12"/>
            <p:cNvSpPr/>
            <p:nvPr/>
          </p:nvSpPr>
          <p:spPr>
            <a:xfrm flipH="true" flipV="false" rot="0">
              <a:off x="880304" y="0"/>
              <a:ext cx="6504673" cy="5565375"/>
            </a:xfrm>
            <a:custGeom>
              <a:avLst/>
              <a:gdLst/>
              <a:ahLst/>
              <a:cxnLst/>
              <a:rect r="r" b="b" t="t" l="l"/>
              <a:pathLst>
                <a:path h="5565375" w="6504673">
                  <a:moveTo>
                    <a:pt x="6504672" y="0"/>
                  </a:moveTo>
                  <a:lnTo>
                    <a:pt x="0" y="0"/>
                  </a:lnTo>
                  <a:lnTo>
                    <a:pt x="0" y="5565375"/>
                  </a:lnTo>
                  <a:lnTo>
                    <a:pt x="6504672" y="5565375"/>
                  </a:lnTo>
                  <a:lnTo>
                    <a:pt x="6504672" y="0"/>
                  </a:lnTo>
                  <a:close/>
                </a:path>
              </a:pathLst>
            </a:custGeom>
            <a:blipFill>
              <a:blip r:embed="rId5"/>
              <a:stretch>
                <a:fillRect l="-37210" t="-22114" r="-37210" b="-22114"/>
              </a:stretch>
            </a:blipFill>
          </p:spPr>
        </p:sp>
      </p:grpSp>
      <p:sp>
        <p:nvSpPr>
          <p:cNvPr name="TextBox 13" id="13"/>
          <p:cNvSpPr txBox="true"/>
          <p:nvPr/>
        </p:nvSpPr>
        <p:spPr>
          <a:xfrm rot="0">
            <a:off x="1011453" y="2913305"/>
            <a:ext cx="6323586" cy="2870201"/>
          </a:xfrm>
          <a:prstGeom prst="rect">
            <a:avLst/>
          </a:prstGeom>
        </p:spPr>
        <p:txBody>
          <a:bodyPr anchor="t" rtlCol="false" tIns="0" lIns="0" bIns="0" rIns="0">
            <a:spAutoFit/>
          </a:bodyPr>
          <a:lstStyle/>
          <a:p>
            <a:pPr algn="l">
              <a:lnSpc>
                <a:spcPts val="11000"/>
              </a:lnSpc>
            </a:pPr>
            <a:r>
              <a:rPr lang="en-US" b="true" sz="11000" spc="-1210">
                <a:solidFill>
                  <a:srgbClr val="000000"/>
                </a:solidFill>
                <a:latin typeface="Inter 2 Bold"/>
                <a:ea typeface="Inter 2 Bold"/>
                <a:cs typeface="Inter 2 Bold"/>
                <a:sym typeface="Inter 2 Bold"/>
              </a:rPr>
              <a:t>TABLE OF </a:t>
            </a:r>
          </a:p>
          <a:p>
            <a:pPr algn="l" marL="0" indent="0" lvl="0">
              <a:lnSpc>
                <a:spcPts val="11000"/>
              </a:lnSpc>
            </a:pPr>
            <a:r>
              <a:rPr lang="en-US" b="true" sz="11000" spc="-1210">
                <a:solidFill>
                  <a:srgbClr val="000000"/>
                </a:solidFill>
                <a:latin typeface="Inter 2 Bold"/>
                <a:ea typeface="Inter 2 Bold"/>
                <a:cs typeface="Inter 2 Bold"/>
                <a:sym typeface="Inter 2 Bold"/>
              </a:rPr>
              <a:t>CONTENT</a:t>
            </a:r>
          </a:p>
        </p:txBody>
      </p:sp>
      <p:grpSp>
        <p:nvGrpSpPr>
          <p:cNvPr name="Group 14" id="14"/>
          <p:cNvGrpSpPr/>
          <p:nvPr/>
        </p:nvGrpSpPr>
        <p:grpSpPr>
          <a:xfrm rot="0">
            <a:off x="9144000" y="6129486"/>
            <a:ext cx="8156429" cy="896649"/>
            <a:chOff x="0" y="0"/>
            <a:chExt cx="10875238" cy="1195532"/>
          </a:xfrm>
        </p:grpSpPr>
        <p:sp>
          <p:nvSpPr>
            <p:cNvPr name="TextBox 15" id="15"/>
            <p:cNvSpPr txBox="true"/>
            <p:nvPr/>
          </p:nvSpPr>
          <p:spPr>
            <a:xfrm rot="0">
              <a:off x="9144837" y="123825"/>
              <a:ext cx="1730401" cy="991235"/>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04.</a:t>
              </a:r>
            </a:p>
          </p:txBody>
        </p:sp>
        <p:sp>
          <p:nvSpPr>
            <p:cNvPr name="TextBox 16" id="16"/>
            <p:cNvSpPr txBox="true"/>
            <p:nvPr/>
          </p:nvSpPr>
          <p:spPr>
            <a:xfrm rot="0">
              <a:off x="0" y="322660"/>
              <a:ext cx="6625903" cy="872871"/>
            </a:xfrm>
            <a:prstGeom prst="rect">
              <a:avLst/>
            </a:prstGeom>
          </p:spPr>
          <p:txBody>
            <a:bodyPr anchor="t" rtlCol="false" tIns="0" lIns="0" bIns="0" rIns="0">
              <a:spAutoFit/>
            </a:bodyPr>
            <a:lstStyle/>
            <a:p>
              <a:pPr algn="l">
                <a:lnSpc>
                  <a:spcPts val="1674"/>
                </a:lnSpc>
              </a:pPr>
              <a:r>
                <a:rPr lang="en-US" b="true" sz="1800" spc="-54">
                  <a:solidFill>
                    <a:srgbClr val="000000"/>
                  </a:solidFill>
                  <a:latin typeface="Inter 2 Heavy"/>
                  <a:ea typeface="Inter 2 Heavy"/>
                  <a:cs typeface="Inter 2 Heavy"/>
                  <a:sym typeface="Inter 2 Heavy"/>
                </a:rPr>
                <a:t>PROPOSED SOLUTION </a:t>
              </a:r>
            </a:p>
            <a:p>
              <a:pPr algn="l" marL="0" indent="0" lvl="0">
                <a:lnSpc>
                  <a:spcPts val="1674"/>
                </a:lnSpc>
              </a:pPr>
              <a:r>
                <a:rPr lang="en-US" sz="1800" spc="-54">
                  <a:solidFill>
                    <a:srgbClr val="000000"/>
                  </a:solidFill>
                  <a:latin typeface="Inter 2"/>
                  <a:ea typeface="Inter 2"/>
                  <a:cs typeface="Inter 2"/>
                  <a:sym typeface="Inter 2"/>
                </a:rPr>
                <a:t>DICTUM ULTRICIES UT SIT AMET NIBH. INTEGER PLACERAT, NUNC AT</a:t>
              </a:r>
            </a:p>
          </p:txBody>
        </p:sp>
      </p:grpSp>
      <p:sp>
        <p:nvSpPr>
          <p:cNvPr name="TextBox 17" id="17"/>
          <p:cNvSpPr txBox="true"/>
          <p:nvPr/>
        </p:nvSpPr>
        <p:spPr>
          <a:xfrm rot="0">
            <a:off x="1011453" y="5524966"/>
            <a:ext cx="5619928" cy="946150"/>
          </a:xfrm>
          <a:prstGeom prst="rect">
            <a:avLst/>
          </a:prstGeom>
        </p:spPr>
        <p:txBody>
          <a:bodyPr anchor="t" rtlCol="false" tIns="0" lIns="0" bIns="0" rIns="0">
            <a:spAutoFit/>
          </a:bodyPr>
          <a:lstStyle/>
          <a:p>
            <a:pPr algn="l" marL="0" indent="0" lvl="0">
              <a:lnSpc>
                <a:spcPts val="7699"/>
              </a:lnSpc>
            </a:pPr>
            <a:r>
              <a:rPr lang="en-US" sz="5499" spc="-489">
                <a:solidFill>
                  <a:srgbClr val="CA0013"/>
                </a:solidFill>
                <a:latin typeface="Inter 2"/>
                <a:ea typeface="Inter 2"/>
                <a:cs typeface="Inter 2"/>
                <a:sym typeface="Inter 2"/>
              </a:rPr>
              <a:t>Maecenas quis odio </a:t>
            </a:r>
          </a:p>
        </p:txBody>
      </p:sp>
      <p:grpSp>
        <p:nvGrpSpPr>
          <p:cNvPr name="Group 18" id="18"/>
          <p:cNvGrpSpPr/>
          <p:nvPr/>
        </p:nvGrpSpPr>
        <p:grpSpPr>
          <a:xfrm rot="0">
            <a:off x="9144000" y="1578652"/>
            <a:ext cx="6635306" cy="836295"/>
            <a:chOff x="0" y="0"/>
            <a:chExt cx="8847074" cy="1115060"/>
          </a:xfrm>
        </p:grpSpPr>
        <p:sp>
          <p:nvSpPr>
            <p:cNvPr name="TextBox 19" id="19"/>
            <p:cNvSpPr txBox="true"/>
            <p:nvPr/>
          </p:nvSpPr>
          <p:spPr>
            <a:xfrm rot="0">
              <a:off x="3043541" y="105127"/>
              <a:ext cx="5803533" cy="872871"/>
            </a:xfrm>
            <a:prstGeom prst="rect">
              <a:avLst/>
            </a:prstGeom>
          </p:spPr>
          <p:txBody>
            <a:bodyPr anchor="t" rtlCol="false" tIns="0" lIns="0" bIns="0" rIns="0">
              <a:spAutoFit/>
            </a:bodyPr>
            <a:lstStyle/>
            <a:p>
              <a:pPr algn="l">
                <a:lnSpc>
                  <a:spcPts val="1674"/>
                </a:lnSpc>
              </a:pPr>
              <a:r>
                <a:rPr lang="en-US" b="true" sz="1800" spc="-54">
                  <a:solidFill>
                    <a:srgbClr val="000000"/>
                  </a:solidFill>
                  <a:latin typeface="Inter 2 Heavy"/>
                  <a:ea typeface="Inter 2 Heavy"/>
                  <a:cs typeface="Inter 2 Heavy"/>
                  <a:sym typeface="Inter 2 Heavy"/>
                </a:rPr>
                <a:t>INTRODUCTION </a:t>
              </a:r>
            </a:p>
            <a:p>
              <a:pPr algn="l" marL="0" indent="0" lvl="0">
                <a:lnSpc>
                  <a:spcPts val="1674"/>
                </a:lnSpc>
              </a:pPr>
              <a:r>
                <a:rPr lang="en-US" sz="1800" spc="-54">
                  <a:solidFill>
                    <a:srgbClr val="000000"/>
                  </a:solidFill>
                  <a:latin typeface="Inter 2"/>
                  <a:ea typeface="Inter 2"/>
                  <a:cs typeface="Inter 2"/>
                  <a:sym typeface="Inter 2"/>
                </a:rPr>
                <a:t>DICTUM ULTRICIES UT SIT AMET NIBH. INTEGER PLACERAT, NUNC AT</a:t>
              </a:r>
            </a:p>
          </p:txBody>
        </p:sp>
        <p:sp>
          <p:nvSpPr>
            <p:cNvPr name="TextBox 20" id="20"/>
            <p:cNvSpPr txBox="true"/>
            <p:nvPr/>
          </p:nvSpPr>
          <p:spPr>
            <a:xfrm rot="0">
              <a:off x="0" y="123825"/>
              <a:ext cx="3907372" cy="991235"/>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01.</a:t>
              </a:r>
            </a:p>
          </p:txBody>
        </p:sp>
      </p:grpSp>
      <p:grpSp>
        <p:nvGrpSpPr>
          <p:cNvPr name="Group 21" id="21"/>
          <p:cNvGrpSpPr/>
          <p:nvPr/>
        </p:nvGrpSpPr>
        <p:grpSpPr>
          <a:xfrm rot="0">
            <a:off x="9144000" y="3044935"/>
            <a:ext cx="8156429" cy="836295"/>
            <a:chOff x="0" y="0"/>
            <a:chExt cx="10875238" cy="1115060"/>
          </a:xfrm>
        </p:grpSpPr>
        <p:sp>
          <p:nvSpPr>
            <p:cNvPr name="TextBox 22" id="22"/>
            <p:cNvSpPr txBox="true"/>
            <p:nvPr/>
          </p:nvSpPr>
          <p:spPr>
            <a:xfrm rot="0">
              <a:off x="0" y="168275"/>
              <a:ext cx="6263120" cy="946785"/>
            </a:xfrm>
            <a:prstGeom prst="rect">
              <a:avLst/>
            </a:prstGeom>
          </p:spPr>
          <p:txBody>
            <a:bodyPr anchor="t" rtlCol="false" tIns="0" lIns="0" bIns="0" rIns="0">
              <a:spAutoFit/>
            </a:bodyPr>
            <a:lstStyle/>
            <a:p>
              <a:pPr algn="l">
                <a:lnSpc>
                  <a:spcPts val="1800"/>
                </a:lnSpc>
              </a:pPr>
              <a:r>
                <a:rPr lang="en-US" b="true" sz="1800" spc="-54">
                  <a:solidFill>
                    <a:srgbClr val="000000"/>
                  </a:solidFill>
                  <a:latin typeface="Inter 2 Heavy"/>
                  <a:ea typeface="Inter 2 Heavy"/>
                  <a:cs typeface="Inter 2 Heavy"/>
                  <a:sym typeface="Inter 2 Heavy"/>
                </a:rPr>
                <a:t>PROBLEM STATEMENT</a:t>
              </a:r>
            </a:p>
            <a:p>
              <a:pPr algn="l" marL="0" indent="0" lvl="0">
                <a:lnSpc>
                  <a:spcPts val="1800"/>
                </a:lnSpc>
              </a:pPr>
              <a:r>
                <a:rPr lang="en-US" b="true" sz="1800" spc="-54">
                  <a:solidFill>
                    <a:srgbClr val="000000"/>
                  </a:solidFill>
                  <a:latin typeface="Inter 2 Heavy"/>
                  <a:ea typeface="Inter 2 Heavy"/>
                  <a:cs typeface="Inter 2 Heavy"/>
                  <a:sym typeface="Inter 2 Heavy"/>
                </a:rPr>
                <a:t> </a:t>
              </a:r>
              <a:r>
                <a:rPr lang="en-US" sz="1800" spc="-54">
                  <a:solidFill>
                    <a:srgbClr val="000000"/>
                  </a:solidFill>
                  <a:latin typeface="Inter 2"/>
                  <a:ea typeface="Inter 2"/>
                  <a:cs typeface="Inter 2"/>
                  <a:sym typeface="Inter 2"/>
                </a:rPr>
                <a:t>DICTUM ULTRICIES UT SIT AMET NIBH. INTEGER PLACERAT, NUNC AT</a:t>
              </a:r>
            </a:p>
          </p:txBody>
        </p:sp>
        <p:sp>
          <p:nvSpPr>
            <p:cNvPr name="TextBox 23" id="23"/>
            <p:cNvSpPr txBox="true"/>
            <p:nvPr/>
          </p:nvSpPr>
          <p:spPr>
            <a:xfrm rot="0">
              <a:off x="9230287" y="123825"/>
              <a:ext cx="1644951" cy="991235"/>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02.</a:t>
              </a:r>
            </a:p>
          </p:txBody>
        </p:sp>
      </p:grpSp>
      <p:grpSp>
        <p:nvGrpSpPr>
          <p:cNvPr name="Group 24" id="24"/>
          <p:cNvGrpSpPr/>
          <p:nvPr/>
        </p:nvGrpSpPr>
        <p:grpSpPr>
          <a:xfrm rot="0">
            <a:off x="9144000" y="4650032"/>
            <a:ext cx="6858628" cy="840362"/>
            <a:chOff x="0" y="0"/>
            <a:chExt cx="9144837" cy="1120482"/>
          </a:xfrm>
        </p:grpSpPr>
        <p:sp>
          <p:nvSpPr>
            <p:cNvPr name="TextBox 25" id="25"/>
            <p:cNvSpPr txBox="true"/>
            <p:nvPr/>
          </p:nvSpPr>
          <p:spPr>
            <a:xfrm rot="0">
              <a:off x="3043541" y="247611"/>
              <a:ext cx="6101296" cy="872871"/>
            </a:xfrm>
            <a:prstGeom prst="rect">
              <a:avLst/>
            </a:prstGeom>
          </p:spPr>
          <p:txBody>
            <a:bodyPr anchor="t" rtlCol="false" tIns="0" lIns="0" bIns="0" rIns="0">
              <a:spAutoFit/>
            </a:bodyPr>
            <a:lstStyle/>
            <a:p>
              <a:pPr algn="l">
                <a:lnSpc>
                  <a:spcPts val="1674"/>
                </a:lnSpc>
              </a:pPr>
              <a:r>
                <a:rPr lang="en-US" b="true" sz="1800" spc="-54">
                  <a:solidFill>
                    <a:srgbClr val="000000"/>
                  </a:solidFill>
                  <a:latin typeface="Inter 2 Bold"/>
                  <a:ea typeface="Inter 2 Bold"/>
                  <a:cs typeface="Inter 2 Bold"/>
                  <a:sym typeface="Inter 2 Bold"/>
                </a:rPr>
                <a:t>RESEARCHING FINDING</a:t>
              </a:r>
            </a:p>
            <a:p>
              <a:pPr algn="l" marL="0" indent="0" lvl="0">
                <a:lnSpc>
                  <a:spcPts val="1674"/>
                </a:lnSpc>
              </a:pPr>
              <a:r>
                <a:rPr lang="en-US" sz="1800" spc="-54">
                  <a:solidFill>
                    <a:srgbClr val="000000"/>
                  </a:solidFill>
                  <a:latin typeface="Inter 2"/>
                  <a:ea typeface="Inter 2"/>
                  <a:cs typeface="Inter 2"/>
                  <a:sym typeface="Inter 2"/>
                </a:rPr>
                <a:t>DICTUM ULTRICIES UT SIT AMET NIBH. INTEGER PLACERAT, NUNC AT</a:t>
              </a:r>
            </a:p>
          </p:txBody>
        </p:sp>
        <p:sp>
          <p:nvSpPr>
            <p:cNvPr name="TextBox 26" id="26"/>
            <p:cNvSpPr txBox="true"/>
            <p:nvPr/>
          </p:nvSpPr>
          <p:spPr>
            <a:xfrm rot="0">
              <a:off x="0" y="123825"/>
              <a:ext cx="2447216" cy="991235"/>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03.</a:t>
              </a:r>
            </a:p>
          </p:txBody>
        </p:sp>
      </p:grpSp>
      <p:grpSp>
        <p:nvGrpSpPr>
          <p:cNvPr name="Group 27" id="27"/>
          <p:cNvGrpSpPr/>
          <p:nvPr/>
        </p:nvGrpSpPr>
        <p:grpSpPr>
          <a:xfrm rot="0">
            <a:off x="9144000" y="7652879"/>
            <a:ext cx="5609444" cy="840362"/>
            <a:chOff x="0" y="0"/>
            <a:chExt cx="7479258" cy="1120482"/>
          </a:xfrm>
        </p:grpSpPr>
        <p:sp>
          <p:nvSpPr>
            <p:cNvPr name="TextBox 28" id="28"/>
            <p:cNvSpPr txBox="true"/>
            <p:nvPr/>
          </p:nvSpPr>
          <p:spPr>
            <a:xfrm rot="0">
              <a:off x="3043541" y="247611"/>
              <a:ext cx="4435717" cy="872871"/>
            </a:xfrm>
            <a:prstGeom prst="rect">
              <a:avLst/>
            </a:prstGeom>
          </p:spPr>
          <p:txBody>
            <a:bodyPr anchor="t" rtlCol="false" tIns="0" lIns="0" bIns="0" rIns="0">
              <a:spAutoFit/>
            </a:bodyPr>
            <a:lstStyle/>
            <a:p>
              <a:pPr algn="l">
                <a:lnSpc>
                  <a:spcPts val="1674"/>
                </a:lnSpc>
              </a:pPr>
              <a:r>
                <a:rPr lang="en-US" b="true" sz="1800" spc="-54">
                  <a:solidFill>
                    <a:srgbClr val="000000"/>
                  </a:solidFill>
                  <a:latin typeface="Inter 2 Bold"/>
                  <a:ea typeface="Inter 2 Bold"/>
                  <a:cs typeface="Inter 2 Bold"/>
                  <a:sym typeface="Inter 2 Bold"/>
                </a:rPr>
                <a:t>CONCLUSION </a:t>
              </a:r>
            </a:p>
            <a:p>
              <a:pPr algn="l" marL="0" indent="0" lvl="0">
                <a:lnSpc>
                  <a:spcPts val="1674"/>
                </a:lnSpc>
              </a:pPr>
              <a:r>
                <a:rPr lang="en-US" sz="1800" spc="-54">
                  <a:solidFill>
                    <a:srgbClr val="000000"/>
                  </a:solidFill>
                  <a:latin typeface="Inter 2"/>
                  <a:ea typeface="Inter 2"/>
                  <a:cs typeface="Inter 2"/>
                  <a:sym typeface="Inter 2"/>
                </a:rPr>
                <a:t>DICTUM ULTRICIES UT SIT AME INTEGER PLACERAT, NUNC AT</a:t>
              </a:r>
            </a:p>
          </p:txBody>
        </p:sp>
        <p:sp>
          <p:nvSpPr>
            <p:cNvPr name="TextBox 29" id="29"/>
            <p:cNvSpPr txBox="true"/>
            <p:nvPr/>
          </p:nvSpPr>
          <p:spPr>
            <a:xfrm rot="0">
              <a:off x="0" y="123825"/>
              <a:ext cx="2447216" cy="991235"/>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05.</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839873"/>
            <a:ext cx="17876113" cy="3403945"/>
            <a:chOff x="0" y="0"/>
            <a:chExt cx="23834817" cy="4538593"/>
          </a:xfrm>
        </p:grpSpPr>
        <p:grpSp>
          <p:nvGrpSpPr>
            <p:cNvPr name="Group 3" id="3"/>
            <p:cNvGrpSpPr/>
            <p:nvPr/>
          </p:nvGrpSpPr>
          <p:grpSpPr>
            <a:xfrm rot="0">
              <a:off x="57819" y="423793"/>
              <a:ext cx="23776998" cy="4114800"/>
              <a:chOff x="0" y="0"/>
              <a:chExt cx="4696691" cy="812800"/>
            </a:xfrm>
          </p:grpSpPr>
          <p:sp>
            <p:nvSpPr>
              <p:cNvPr name="Freeform 4" id="4"/>
              <p:cNvSpPr/>
              <p:nvPr/>
            </p:nvSpPr>
            <p:spPr>
              <a:xfrm flipH="false" flipV="false" rot="0">
                <a:off x="0" y="0"/>
                <a:ext cx="4696691" cy="812800"/>
              </a:xfrm>
              <a:custGeom>
                <a:avLst/>
                <a:gdLst/>
                <a:ahLst/>
                <a:cxnLst/>
                <a:rect r="r" b="b" t="t" l="l"/>
                <a:pathLst>
                  <a:path h="812800" w="4696691">
                    <a:moveTo>
                      <a:pt x="0" y="0"/>
                    </a:moveTo>
                    <a:lnTo>
                      <a:pt x="4696691" y="0"/>
                    </a:lnTo>
                    <a:lnTo>
                      <a:pt x="4696691" y="812800"/>
                    </a:lnTo>
                    <a:lnTo>
                      <a:pt x="0" y="812800"/>
                    </a:lnTo>
                    <a:close/>
                  </a:path>
                </a:pathLst>
              </a:custGeom>
              <a:solidFill>
                <a:srgbClr val="000000"/>
              </a:solidFill>
            </p:spPr>
          </p:sp>
          <p:sp>
            <p:nvSpPr>
              <p:cNvPr name="TextBox 5" id="5"/>
              <p:cNvSpPr txBox="true"/>
              <p:nvPr/>
            </p:nvSpPr>
            <p:spPr>
              <a:xfrm>
                <a:off x="0" y="47625"/>
                <a:ext cx="4696691" cy="765175"/>
              </a:xfrm>
              <a:prstGeom prst="rect">
                <a:avLst/>
              </a:prstGeom>
            </p:spPr>
            <p:txBody>
              <a:bodyPr anchor="ctr" rtlCol="false" tIns="50800" lIns="50800" bIns="50800" rIns="50800"/>
              <a:lstStyle/>
              <a:p>
                <a:pPr algn="ctr">
                  <a:lnSpc>
                    <a:spcPts val="1674"/>
                  </a:lnSpc>
                </a:pPr>
              </a:p>
            </p:txBody>
          </p:sp>
        </p:grpSp>
        <p:grpSp>
          <p:nvGrpSpPr>
            <p:cNvPr name="Group 6" id="6"/>
            <p:cNvGrpSpPr/>
            <p:nvPr/>
          </p:nvGrpSpPr>
          <p:grpSpPr>
            <a:xfrm rot="0">
              <a:off x="0" y="0"/>
              <a:ext cx="23834817" cy="847587"/>
              <a:chOff x="0" y="0"/>
              <a:chExt cx="4708112" cy="167425"/>
            </a:xfrm>
          </p:grpSpPr>
          <p:sp>
            <p:nvSpPr>
              <p:cNvPr name="Freeform 7" id="7"/>
              <p:cNvSpPr/>
              <p:nvPr/>
            </p:nvSpPr>
            <p:spPr>
              <a:xfrm flipH="false" flipV="false" rot="0">
                <a:off x="0" y="0"/>
                <a:ext cx="4708112" cy="167425"/>
              </a:xfrm>
              <a:custGeom>
                <a:avLst/>
                <a:gdLst/>
                <a:ahLst/>
                <a:cxnLst/>
                <a:rect r="r" b="b" t="t" l="l"/>
                <a:pathLst>
                  <a:path h="167425" w="4708112">
                    <a:moveTo>
                      <a:pt x="2354056" y="0"/>
                    </a:moveTo>
                    <a:cubicBezTo>
                      <a:pt x="1053947" y="0"/>
                      <a:pt x="0" y="37479"/>
                      <a:pt x="0" y="83712"/>
                    </a:cubicBezTo>
                    <a:cubicBezTo>
                      <a:pt x="0" y="129945"/>
                      <a:pt x="1053947" y="167425"/>
                      <a:pt x="2354056" y="167425"/>
                    </a:cubicBezTo>
                    <a:cubicBezTo>
                      <a:pt x="3654165" y="167425"/>
                      <a:pt x="4708112" y="129945"/>
                      <a:pt x="4708112" y="83712"/>
                    </a:cubicBezTo>
                    <a:cubicBezTo>
                      <a:pt x="4708112" y="37479"/>
                      <a:pt x="3654165" y="0"/>
                      <a:pt x="2354056" y="0"/>
                    </a:cubicBezTo>
                    <a:close/>
                  </a:path>
                </a:pathLst>
              </a:custGeom>
              <a:solidFill>
                <a:srgbClr val="CA0013"/>
              </a:solidFill>
            </p:spPr>
          </p:sp>
          <p:sp>
            <p:nvSpPr>
              <p:cNvPr name="TextBox 8" id="8"/>
              <p:cNvSpPr txBox="true"/>
              <p:nvPr/>
            </p:nvSpPr>
            <p:spPr>
              <a:xfrm>
                <a:off x="441385" y="63321"/>
                <a:ext cx="3825341" cy="88407"/>
              </a:xfrm>
              <a:prstGeom prst="rect">
                <a:avLst/>
              </a:prstGeom>
            </p:spPr>
            <p:txBody>
              <a:bodyPr anchor="ctr" rtlCol="false" tIns="50800" lIns="50800" bIns="50800" rIns="50800"/>
              <a:lstStyle/>
              <a:p>
                <a:pPr algn="ctr">
                  <a:lnSpc>
                    <a:spcPts val="1674"/>
                  </a:lnSpc>
                </a:pPr>
              </a:p>
            </p:txBody>
          </p:sp>
        </p:grpSp>
      </p:grpSp>
      <p:grpSp>
        <p:nvGrpSpPr>
          <p:cNvPr name="Group 9" id="9"/>
          <p:cNvGrpSpPr/>
          <p:nvPr/>
        </p:nvGrpSpPr>
        <p:grpSpPr>
          <a:xfrm rot="0">
            <a:off x="10524763" y="5688507"/>
            <a:ext cx="7931544" cy="2958790"/>
            <a:chOff x="0" y="0"/>
            <a:chExt cx="10575393" cy="3945054"/>
          </a:xfrm>
        </p:grpSpPr>
        <p:sp>
          <p:nvSpPr>
            <p:cNvPr name="AutoShape 10" id="10"/>
            <p:cNvSpPr/>
            <p:nvPr/>
          </p:nvSpPr>
          <p:spPr>
            <a:xfrm>
              <a:off x="0" y="3932354"/>
              <a:ext cx="10575393" cy="0"/>
            </a:xfrm>
            <a:prstGeom prst="line">
              <a:avLst/>
            </a:prstGeom>
            <a:ln cap="flat" w="25400">
              <a:solidFill>
                <a:srgbClr val="000000"/>
              </a:solidFill>
              <a:prstDash val="solid"/>
              <a:headEnd type="none" len="sm" w="sm"/>
              <a:tailEnd type="none" len="sm" w="sm"/>
            </a:ln>
          </p:spPr>
        </p:sp>
        <p:sp>
          <p:nvSpPr>
            <p:cNvPr name="AutoShape 11" id="11"/>
            <p:cNvSpPr/>
            <p:nvPr/>
          </p:nvSpPr>
          <p:spPr>
            <a:xfrm>
              <a:off x="0" y="12700"/>
              <a:ext cx="10575393" cy="0"/>
            </a:xfrm>
            <a:prstGeom prst="line">
              <a:avLst/>
            </a:prstGeom>
            <a:ln cap="flat" w="25400">
              <a:solidFill>
                <a:srgbClr val="000000"/>
              </a:solidFill>
              <a:prstDash val="solid"/>
              <a:headEnd type="none" len="sm" w="sm"/>
              <a:tailEnd type="none" len="sm" w="sm"/>
            </a:ln>
          </p:spPr>
        </p:sp>
        <p:sp>
          <p:nvSpPr>
            <p:cNvPr name="AutoShape 12" id="12"/>
            <p:cNvSpPr/>
            <p:nvPr/>
          </p:nvSpPr>
          <p:spPr>
            <a:xfrm>
              <a:off x="0" y="1926007"/>
              <a:ext cx="10575393" cy="0"/>
            </a:xfrm>
            <a:prstGeom prst="line">
              <a:avLst/>
            </a:prstGeom>
            <a:ln cap="flat" w="25400">
              <a:solidFill>
                <a:srgbClr val="000000"/>
              </a:solidFill>
              <a:prstDash val="solid"/>
              <a:headEnd type="none" len="sm" w="sm"/>
              <a:tailEnd type="none" len="sm" w="sm"/>
            </a:ln>
          </p:spPr>
        </p:sp>
      </p:grpSp>
      <p:sp>
        <p:nvSpPr>
          <p:cNvPr name="Freeform 13" id="13"/>
          <p:cNvSpPr/>
          <p:nvPr/>
        </p:nvSpPr>
        <p:spPr>
          <a:xfrm flipH="false" flipV="false" rot="0">
            <a:off x="13434400" y="5143500"/>
            <a:ext cx="6489710" cy="6148326"/>
          </a:xfrm>
          <a:custGeom>
            <a:avLst/>
            <a:gdLst/>
            <a:ahLst/>
            <a:cxnLst/>
            <a:rect r="r" b="b" t="t" l="l"/>
            <a:pathLst>
              <a:path h="6148326" w="6489710">
                <a:moveTo>
                  <a:pt x="0" y="0"/>
                </a:moveTo>
                <a:lnTo>
                  <a:pt x="6489710" y="0"/>
                </a:lnTo>
                <a:lnTo>
                  <a:pt x="6489710" y="6148326"/>
                </a:lnTo>
                <a:lnTo>
                  <a:pt x="0" y="6148326"/>
                </a:lnTo>
                <a:lnTo>
                  <a:pt x="0" y="0"/>
                </a:lnTo>
                <a:close/>
              </a:path>
            </a:pathLst>
          </a:custGeom>
          <a:blipFill>
            <a:blip r:embed="rId2"/>
            <a:stretch>
              <a:fillRect l="-64540" t="-29403" r="-65078" b="-42072"/>
            </a:stretch>
          </a:blipFill>
        </p:spPr>
      </p:sp>
      <p:sp>
        <p:nvSpPr>
          <p:cNvPr name="Freeform 14" id="14"/>
          <p:cNvSpPr/>
          <p:nvPr/>
        </p:nvSpPr>
        <p:spPr>
          <a:xfrm flipH="false" flipV="false" rot="255508">
            <a:off x="4641055" y="7605242"/>
            <a:ext cx="5425977" cy="2469262"/>
          </a:xfrm>
          <a:custGeom>
            <a:avLst/>
            <a:gdLst/>
            <a:ahLst/>
            <a:cxnLst/>
            <a:rect r="r" b="b" t="t" l="l"/>
            <a:pathLst>
              <a:path h="2469262" w="5425977">
                <a:moveTo>
                  <a:pt x="0" y="0"/>
                </a:moveTo>
                <a:lnTo>
                  <a:pt x="5425977" y="0"/>
                </a:lnTo>
                <a:lnTo>
                  <a:pt x="5425977" y="2469263"/>
                </a:lnTo>
                <a:lnTo>
                  <a:pt x="0" y="2469263"/>
                </a:lnTo>
                <a:lnTo>
                  <a:pt x="0" y="0"/>
                </a:lnTo>
                <a:close/>
              </a:path>
            </a:pathLst>
          </a:custGeom>
          <a:blipFill>
            <a:blip r:embed="rId3"/>
            <a:stretch>
              <a:fillRect l="-17681" t="-55221" r="-17681" b="-55221"/>
            </a:stretch>
          </a:blipFill>
        </p:spPr>
      </p:sp>
      <p:sp>
        <p:nvSpPr>
          <p:cNvPr name="TextBox 15" id="15"/>
          <p:cNvSpPr txBox="true"/>
          <p:nvPr/>
        </p:nvSpPr>
        <p:spPr>
          <a:xfrm rot="0">
            <a:off x="1028700" y="7899775"/>
            <a:ext cx="5526333" cy="43319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2 Bold"/>
                <a:ea typeface="Inter 2 Bold"/>
                <a:cs typeface="Inter 2 Bold"/>
                <a:sym typeface="Inter 2 Bold"/>
              </a:rPr>
              <a:t>INNOVATING SOLUTIONS FOR A CHANGING WORLD</a:t>
            </a:r>
          </a:p>
        </p:txBody>
      </p:sp>
      <p:sp>
        <p:nvSpPr>
          <p:cNvPr name="TextBox 16" id="16"/>
          <p:cNvSpPr txBox="true"/>
          <p:nvPr/>
        </p:nvSpPr>
        <p:spPr>
          <a:xfrm rot="0">
            <a:off x="1028700" y="1903997"/>
            <a:ext cx="7056332" cy="2344421"/>
          </a:xfrm>
          <a:prstGeom prst="rect">
            <a:avLst/>
          </a:prstGeom>
        </p:spPr>
        <p:txBody>
          <a:bodyPr anchor="t" rtlCol="false" tIns="0" lIns="0" bIns="0" rIns="0">
            <a:spAutoFit/>
          </a:bodyPr>
          <a:lstStyle/>
          <a:p>
            <a:pPr algn="l" marL="0" indent="0" lvl="0">
              <a:lnSpc>
                <a:spcPts val="8690"/>
              </a:lnSpc>
            </a:pPr>
            <a:r>
              <a:rPr lang="en-US" b="true" sz="11000" spc="-1298">
                <a:solidFill>
                  <a:srgbClr val="000000"/>
                </a:solidFill>
                <a:latin typeface="Inter 2 Bold"/>
                <a:ea typeface="Inter 2 Bold"/>
                <a:cs typeface="Inter 2 Bold"/>
                <a:sym typeface="Inter 2 Bold"/>
              </a:rPr>
              <a:t>WHO  WE ARE</a:t>
            </a:r>
          </a:p>
        </p:txBody>
      </p:sp>
      <p:sp>
        <p:nvSpPr>
          <p:cNvPr name="TextBox 17" id="17"/>
          <p:cNvSpPr txBox="true"/>
          <p:nvPr/>
        </p:nvSpPr>
        <p:spPr>
          <a:xfrm rot="0">
            <a:off x="1072064" y="1037222"/>
            <a:ext cx="1471332" cy="712470"/>
          </a:xfrm>
          <a:prstGeom prst="rect">
            <a:avLst/>
          </a:prstGeom>
        </p:spPr>
        <p:txBody>
          <a:bodyPr anchor="t" rtlCol="false" tIns="0" lIns="0" bIns="0" rIns="0">
            <a:spAutoFit/>
          </a:bodyPr>
          <a:lstStyle/>
          <a:p>
            <a:pPr algn="just" marL="0" indent="0" lvl="0">
              <a:lnSpc>
                <a:spcPts val="5114"/>
              </a:lnSpc>
            </a:pPr>
            <a:r>
              <a:rPr lang="en-US" b="true" sz="5499" spc="-164">
                <a:solidFill>
                  <a:srgbClr val="CA0013"/>
                </a:solidFill>
                <a:latin typeface="Inter 2 Bold"/>
                <a:ea typeface="Inter 2 Bold"/>
                <a:cs typeface="Inter 2 Bold"/>
                <a:sym typeface="Inter 2 Bold"/>
              </a:rPr>
              <a:t>(01)</a:t>
            </a:r>
          </a:p>
        </p:txBody>
      </p:sp>
      <p:sp>
        <p:nvSpPr>
          <p:cNvPr name="TextBox 18" id="18"/>
          <p:cNvSpPr txBox="true"/>
          <p:nvPr/>
        </p:nvSpPr>
        <p:spPr>
          <a:xfrm rot="0">
            <a:off x="1028700" y="4660922"/>
            <a:ext cx="5526333" cy="2506980"/>
          </a:xfrm>
          <a:prstGeom prst="rect">
            <a:avLst/>
          </a:prstGeom>
        </p:spPr>
        <p:txBody>
          <a:bodyPr anchor="t" rtlCol="false" tIns="0" lIns="0" bIns="0" rIns="0">
            <a:spAutoFit/>
          </a:bodyPr>
          <a:lstStyle/>
          <a:p>
            <a:pPr algn="just" marL="0" indent="0" lvl="0">
              <a:lnSpc>
                <a:spcPts val="2520"/>
              </a:lnSpc>
            </a:pPr>
            <a:r>
              <a:rPr lang="en-US" b="true" sz="1800" spc="-160">
                <a:solidFill>
                  <a:srgbClr val="000000"/>
                </a:solidFill>
                <a:latin typeface="Inter 2 Bold"/>
                <a:ea typeface="Inter 2 Bold"/>
                <a:cs typeface="Inter 2 Bold"/>
                <a:sym typeface="Inter 2 Bold"/>
              </a:rPr>
              <a:t>CANARIES</a:t>
            </a:r>
            <a:r>
              <a:rPr lang="en-US" sz="1800" spc="-160">
                <a:solidFill>
                  <a:srgbClr val="000000"/>
                </a:solidFill>
                <a:latin typeface="Inter 2"/>
                <a:ea typeface="Inter 2"/>
                <a:cs typeface="Inter 2"/>
                <a:sym typeface="Inter 2"/>
              </a:rPr>
              <a:t> was c</a:t>
            </a:r>
            <a:r>
              <a:rPr lang="en-US" sz="1800" spc="-160">
                <a:solidFill>
                  <a:srgbClr val="000000"/>
                </a:solidFill>
                <a:latin typeface="Inter 2"/>
                <a:ea typeface="Inter 2"/>
                <a:cs typeface="Inter 2"/>
                <a:sym typeface="Inter 2"/>
              </a:rPr>
              <a:t>onceived as a global network linking existing human and animal influenza surveillance systems. Its goal is to use a multisectoral, multi-level One Health approach that integrates programs, policies, legislation, and research. Designed as a think tank, it focuses on unconventional, high-risk, high-impact research that could function as an early warning system for both endemic and emerging infectious diseases, essentially acting as a </a:t>
            </a:r>
            <a:r>
              <a:rPr lang="en-US" b="true" sz="1800" i="true" spc="-160">
                <a:solidFill>
                  <a:srgbClr val="000000"/>
                </a:solidFill>
                <a:latin typeface="Inter 2 Bold Italics"/>
                <a:ea typeface="Inter 2 Bold Italics"/>
                <a:cs typeface="Inter 2 Bold Italics"/>
                <a:sym typeface="Inter 2 Bold Italics"/>
              </a:rPr>
              <a:t>“canary in a coalmine.”</a:t>
            </a:r>
          </a:p>
        </p:txBody>
      </p:sp>
      <p:sp>
        <p:nvSpPr>
          <p:cNvPr name="TextBox 19" id="19"/>
          <p:cNvSpPr txBox="true"/>
          <p:nvPr/>
        </p:nvSpPr>
        <p:spPr>
          <a:xfrm rot="0">
            <a:off x="10524763" y="6050325"/>
            <a:ext cx="2734749" cy="852297"/>
          </a:xfrm>
          <a:prstGeom prst="rect">
            <a:avLst/>
          </a:prstGeom>
        </p:spPr>
        <p:txBody>
          <a:bodyPr anchor="t" rtlCol="false" tIns="0" lIns="0" bIns="0" rIns="0">
            <a:spAutoFit/>
          </a:bodyPr>
          <a:lstStyle/>
          <a:p>
            <a:pPr algn="l" marL="0" indent="0" lvl="0">
              <a:lnSpc>
                <a:spcPts val="1674"/>
              </a:lnSpc>
            </a:pPr>
            <a:r>
              <a:rPr lang="en-US" b="true" sz="1800" spc="-54">
                <a:solidFill>
                  <a:srgbClr val="000000"/>
                </a:solidFill>
                <a:latin typeface="Inter 2 Heavy"/>
                <a:ea typeface="Inter 2 Heavy"/>
                <a:cs typeface="Inter 2 Heavy"/>
                <a:sym typeface="Inter 2 Heavy"/>
              </a:rPr>
              <a:t>MISSION: </a:t>
            </a:r>
            <a:r>
              <a:rPr lang="en-US" b="true" sz="1800" spc="-54">
                <a:solidFill>
                  <a:srgbClr val="000000"/>
                </a:solidFill>
                <a:latin typeface="Inter 2 Semi-Bold"/>
                <a:ea typeface="Inter 2 Semi-Bold"/>
                <a:cs typeface="Inter 2 Semi-Bold"/>
                <a:sym typeface="Inter 2 Semi-Bold"/>
              </a:rPr>
              <a:t>EMPOWERING PROGRESS THROUGH INNOVATION AND INTEGRITY.</a:t>
            </a:r>
          </a:p>
        </p:txBody>
      </p:sp>
      <p:sp>
        <p:nvSpPr>
          <p:cNvPr name="TextBox 20" id="20"/>
          <p:cNvSpPr txBox="true"/>
          <p:nvPr/>
        </p:nvSpPr>
        <p:spPr>
          <a:xfrm rot="0">
            <a:off x="10524763" y="7480807"/>
            <a:ext cx="2513344" cy="852165"/>
          </a:xfrm>
          <a:prstGeom prst="rect">
            <a:avLst/>
          </a:prstGeom>
        </p:spPr>
        <p:txBody>
          <a:bodyPr anchor="t" rtlCol="false" tIns="0" lIns="0" bIns="0" rIns="0">
            <a:spAutoFit/>
          </a:bodyPr>
          <a:lstStyle/>
          <a:p>
            <a:pPr algn="l" marL="0" indent="0" lvl="0">
              <a:lnSpc>
                <a:spcPts val="1674"/>
              </a:lnSpc>
            </a:pPr>
            <a:r>
              <a:rPr lang="en-US" b="true" sz="1800" spc="-54">
                <a:solidFill>
                  <a:srgbClr val="000000"/>
                </a:solidFill>
                <a:latin typeface="Inter 2 Heavy"/>
                <a:ea typeface="Inter 2 Heavy"/>
                <a:cs typeface="Inter 2 Heavy"/>
                <a:sym typeface="Inter 2 Heavy"/>
              </a:rPr>
              <a:t>VISION: </a:t>
            </a:r>
            <a:r>
              <a:rPr lang="en-US" b="true" sz="1800" spc="-54">
                <a:solidFill>
                  <a:srgbClr val="000000"/>
                </a:solidFill>
                <a:latin typeface="Inter 2 Semi-Bold"/>
                <a:ea typeface="Inter 2 Semi-Bold"/>
                <a:cs typeface="Inter 2 Semi-Bold"/>
                <a:sym typeface="Inter 2 Semi-Bold"/>
              </a:rPr>
              <a:t>BECOMING A GLOBAL BENCHMARK FOR QUALITY AND SERVICE EXCELLENCE.</a:t>
            </a:r>
          </a:p>
        </p:txBody>
      </p:sp>
      <p:grpSp>
        <p:nvGrpSpPr>
          <p:cNvPr name="Group 21" id="21"/>
          <p:cNvGrpSpPr/>
          <p:nvPr/>
        </p:nvGrpSpPr>
        <p:grpSpPr>
          <a:xfrm rot="0">
            <a:off x="11440571" y="1001005"/>
            <a:ext cx="5818729" cy="3152163"/>
            <a:chOff x="0" y="0"/>
            <a:chExt cx="7758306" cy="4202885"/>
          </a:xfrm>
        </p:grpSpPr>
        <p:grpSp>
          <p:nvGrpSpPr>
            <p:cNvPr name="Group 22" id="22"/>
            <p:cNvGrpSpPr/>
            <p:nvPr/>
          </p:nvGrpSpPr>
          <p:grpSpPr>
            <a:xfrm rot="0">
              <a:off x="0" y="0"/>
              <a:ext cx="7758306" cy="4202885"/>
              <a:chOff x="0" y="0"/>
              <a:chExt cx="812800" cy="440316"/>
            </a:xfrm>
          </p:grpSpPr>
          <p:sp>
            <p:nvSpPr>
              <p:cNvPr name="Freeform 23" id="23"/>
              <p:cNvSpPr/>
              <p:nvPr/>
            </p:nvSpPr>
            <p:spPr>
              <a:xfrm flipH="false" flipV="false" rot="0">
                <a:off x="0" y="0"/>
                <a:ext cx="812800" cy="440316"/>
              </a:xfrm>
              <a:custGeom>
                <a:avLst/>
                <a:gdLst/>
                <a:ahLst/>
                <a:cxnLst/>
                <a:rect r="r" b="b" t="t" l="l"/>
                <a:pathLst>
                  <a:path h="440316" w="812800">
                    <a:moveTo>
                      <a:pt x="0" y="0"/>
                    </a:moveTo>
                    <a:lnTo>
                      <a:pt x="812800" y="0"/>
                    </a:lnTo>
                    <a:lnTo>
                      <a:pt x="812800" y="440316"/>
                    </a:lnTo>
                    <a:lnTo>
                      <a:pt x="0" y="440316"/>
                    </a:lnTo>
                    <a:close/>
                  </a:path>
                </a:pathLst>
              </a:custGeom>
              <a:solidFill>
                <a:srgbClr val="000000"/>
              </a:solidFill>
            </p:spPr>
          </p:sp>
          <p:sp>
            <p:nvSpPr>
              <p:cNvPr name="TextBox 24" id="24"/>
              <p:cNvSpPr txBox="true"/>
              <p:nvPr/>
            </p:nvSpPr>
            <p:spPr>
              <a:xfrm>
                <a:off x="0" y="47625"/>
                <a:ext cx="812800" cy="392691"/>
              </a:xfrm>
              <a:prstGeom prst="rect">
                <a:avLst/>
              </a:prstGeom>
            </p:spPr>
            <p:txBody>
              <a:bodyPr anchor="ctr" rtlCol="false" tIns="50800" lIns="50800" bIns="50800" rIns="50800"/>
              <a:lstStyle/>
              <a:p>
                <a:pPr algn="ctr">
                  <a:lnSpc>
                    <a:spcPts val="1674"/>
                  </a:lnSpc>
                </a:pPr>
              </a:p>
            </p:txBody>
          </p:sp>
        </p:grpSp>
        <p:grpSp>
          <p:nvGrpSpPr>
            <p:cNvPr name="Group 25" id="25"/>
            <p:cNvGrpSpPr/>
            <p:nvPr/>
          </p:nvGrpSpPr>
          <p:grpSpPr>
            <a:xfrm rot="0">
              <a:off x="380126" y="355479"/>
              <a:ext cx="3125947" cy="3447792"/>
              <a:chOff x="0" y="0"/>
              <a:chExt cx="1911684" cy="2108510"/>
            </a:xfrm>
          </p:grpSpPr>
          <p:sp>
            <p:nvSpPr>
              <p:cNvPr name="Freeform 26" id="26"/>
              <p:cNvSpPr/>
              <p:nvPr/>
            </p:nvSpPr>
            <p:spPr>
              <a:xfrm flipH="false" flipV="false" rot="0">
                <a:off x="0" y="0"/>
                <a:ext cx="1911684" cy="2108510"/>
              </a:xfrm>
              <a:custGeom>
                <a:avLst/>
                <a:gdLst/>
                <a:ahLst/>
                <a:cxnLst/>
                <a:rect r="r" b="b" t="t" l="l"/>
                <a:pathLst>
                  <a:path h="2108510" w="1911684">
                    <a:moveTo>
                      <a:pt x="0" y="0"/>
                    </a:moveTo>
                    <a:lnTo>
                      <a:pt x="1911684" y="0"/>
                    </a:lnTo>
                    <a:lnTo>
                      <a:pt x="1911684" y="2108510"/>
                    </a:lnTo>
                    <a:lnTo>
                      <a:pt x="0" y="2108510"/>
                    </a:lnTo>
                    <a:close/>
                  </a:path>
                </a:pathLst>
              </a:custGeom>
              <a:blipFill>
                <a:blip r:embed="rId4"/>
                <a:stretch>
                  <a:fillRect l="-80337" t="0" r="-70092" b="-51274"/>
                </a:stretch>
              </a:blipFill>
            </p:spPr>
          </p:sp>
        </p:grpSp>
        <p:sp>
          <p:nvSpPr>
            <p:cNvPr name="TextBox 27" id="27"/>
            <p:cNvSpPr txBox="true"/>
            <p:nvPr/>
          </p:nvSpPr>
          <p:spPr>
            <a:xfrm rot="0">
              <a:off x="3879153" y="3164493"/>
              <a:ext cx="3351125" cy="593471"/>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2 Bold"/>
                  <a:ea typeface="Inter 2 Bold"/>
                  <a:cs typeface="Inter 2 Bold"/>
                  <a:sym typeface="Inter 2 Bold"/>
                </a:rPr>
                <a:t>RESEARCHER OF CANARIES</a:t>
              </a:r>
            </a:p>
          </p:txBody>
        </p:sp>
        <p:sp>
          <p:nvSpPr>
            <p:cNvPr name="TextBox 28" id="28"/>
            <p:cNvSpPr txBox="true"/>
            <p:nvPr/>
          </p:nvSpPr>
          <p:spPr>
            <a:xfrm rot="0">
              <a:off x="3879153" y="1880403"/>
              <a:ext cx="1675563" cy="314071"/>
            </a:xfrm>
            <a:prstGeom prst="rect">
              <a:avLst/>
            </a:prstGeom>
          </p:spPr>
          <p:txBody>
            <a:bodyPr anchor="t" rtlCol="false" tIns="0" lIns="0" bIns="0" rIns="0">
              <a:spAutoFit/>
            </a:bodyPr>
            <a:lstStyle/>
            <a:p>
              <a:pPr algn="l" marL="0" indent="0" lvl="0">
                <a:lnSpc>
                  <a:spcPts val="1674"/>
                </a:lnSpc>
              </a:pPr>
              <a:r>
                <a:rPr lang="en-US" b="true" sz="1800" spc="-54">
                  <a:solidFill>
                    <a:srgbClr val="FFFFFF"/>
                  </a:solidFill>
                  <a:latin typeface="Inter 2 Bold"/>
                  <a:ea typeface="Inter 2 Bold"/>
                  <a:cs typeface="Inter 2 Bold"/>
                  <a:sym typeface="Inter 2 Bold"/>
                </a:rPr>
                <a:t>SPEAKER</a:t>
              </a:r>
            </a:p>
          </p:txBody>
        </p:sp>
        <p:sp>
          <p:nvSpPr>
            <p:cNvPr name="TextBox 29" id="29"/>
            <p:cNvSpPr txBox="true"/>
            <p:nvPr/>
          </p:nvSpPr>
          <p:spPr>
            <a:xfrm rot="0">
              <a:off x="3879153" y="584472"/>
              <a:ext cx="3351125" cy="1196467"/>
            </a:xfrm>
            <a:prstGeom prst="rect">
              <a:avLst/>
            </a:prstGeom>
          </p:spPr>
          <p:txBody>
            <a:bodyPr anchor="t" rtlCol="false" tIns="0" lIns="0" bIns="0" rIns="0">
              <a:spAutoFit/>
            </a:bodyPr>
            <a:lstStyle/>
            <a:p>
              <a:pPr algn="l" marL="0" indent="0" lvl="0">
                <a:lnSpc>
                  <a:spcPts val="3348"/>
                </a:lnSpc>
              </a:pPr>
              <a:r>
                <a:rPr lang="en-US" b="true" sz="3600" spc="-107">
                  <a:solidFill>
                    <a:srgbClr val="FFFFFF"/>
                  </a:solidFill>
                  <a:latin typeface="Inter 2 Bold"/>
                  <a:ea typeface="Inter 2 Bold"/>
                  <a:cs typeface="Inter 2 Bold"/>
                  <a:sym typeface="Inter 2 Bold"/>
                </a:rPr>
                <a:t>OLIVIA WILSON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81451">
            <a:off x="2583580" y="-2731880"/>
            <a:ext cx="14783170" cy="17188927"/>
          </a:xfrm>
          <a:custGeom>
            <a:avLst/>
            <a:gdLst/>
            <a:ahLst/>
            <a:cxnLst/>
            <a:rect r="r" b="b" t="t" l="l"/>
            <a:pathLst>
              <a:path h="17188927" w="14783170">
                <a:moveTo>
                  <a:pt x="0" y="0"/>
                </a:moveTo>
                <a:lnTo>
                  <a:pt x="14783170" y="0"/>
                </a:lnTo>
                <a:lnTo>
                  <a:pt x="14783170" y="17188927"/>
                </a:lnTo>
                <a:lnTo>
                  <a:pt x="0" y="17188927"/>
                </a:lnTo>
                <a:lnTo>
                  <a:pt x="0" y="0"/>
                </a:lnTo>
                <a:close/>
              </a:path>
            </a:pathLst>
          </a:custGeom>
          <a:blipFill>
            <a:blip r:embed="rId2"/>
            <a:stretch>
              <a:fillRect l="-75280" t="0" r="-66956" b="-6250"/>
            </a:stretch>
          </a:blipFill>
        </p:spPr>
      </p:sp>
      <p:grpSp>
        <p:nvGrpSpPr>
          <p:cNvPr name="Group 3" id="3"/>
          <p:cNvGrpSpPr/>
          <p:nvPr/>
        </p:nvGrpSpPr>
        <p:grpSpPr>
          <a:xfrm rot="0">
            <a:off x="1028700" y="3778301"/>
            <a:ext cx="6466658" cy="2138459"/>
            <a:chOff x="0" y="0"/>
            <a:chExt cx="1703153" cy="563215"/>
          </a:xfrm>
        </p:grpSpPr>
        <p:sp>
          <p:nvSpPr>
            <p:cNvPr name="Freeform 4" id="4"/>
            <p:cNvSpPr/>
            <p:nvPr/>
          </p:nvSpPr>
          <p:spPr>
            <a:xfrm flipH="false" flipV="false" rot="0">
              <a:off x="0" y="0"/>
              <a:ext cx="1703153" cy="563215"/>
            </a:xfrm>
            <a:custGeom>
              <a:avLst/>
              <a:gdLst/>
              <a:ahLst/>
              <a:cxnLst/>
              <a:rect r="r" b="b" t="t" l="l"/>
              <a:pathLst>
                <a:path h="563215" w="1703153">
                  <a:moveTo>
                    <a:pt x="0" y="0"/>
                  </a:moveTo>
                  <a:lnTo>
                    <a:pt x="1703153" y="0"/>
                  </a:lnTo>
                  <a:lnTo>
                    <a:pt x="1703153" y="563215"/>
                  </a:lnTo>
                  <a:lnTo>
                    <a:pt x="0" y="563215"/>
                  </a:lnTo>
                  <a:close/>
                </a:path>
              </a:pathLst>
            </a:custGeom>
            <a:solidFill>
              <a:srgbClr val="000000"/>
            </a:solidFill>
          </p:spPr>
        </p:sp>
        <p:sp>
          <p:nvSpPr>
            <p:cNvPr name="TextBox 5" id="5"/>
            <p:cNvSpPr txBox="true"/>
            <p:nvPr/>
          </p:nvSpPr>
          <p:spPr>
            <a:xfrm>
              <a:off x="0" y="47625"/>
              <a:ext cx="1703153" cy="515590"/>
            </a:xfrm>
            <a:prstGeom prst="rect">
              <a:avLst/>
            </a:prstGeom>
          </p:spPr>
          <p:txBody>
            <a:bodyPr anchor="ctr" rtlCol="false" tIns="50800" lIns="50800" bIns="50800" rIns="50800"/>
            <a:lstStyle/>
            <a:p>
              <a:pPr algn="ctr">
                <a:lnSpc>
                  <a:spcPts val="1674"/>
                </a:lnSpc>
              </a:pPr>
            </a:p>
          </p:txBody>
        </p:sp>
      </p:grpSp>
      <p:grpSp>
        <p:nvGrpSpPr>
          <p:cNvPr name="Group 6" id="6"/>
          <p:cNvGrpSpPr/>
          <p:nvPr/>
        </p:nvGrpSpPr>
        <p:grpSpPr>
          <a:xfrm rot="0">
            <a:off x="1028700" y="6698879"/>
            <a:ext cx="6466658" cy="2138459"/>
            <a:chOff x="0" y="0"/>
            <a:chExt cx="1703153" cy="563215"/>
          </a:xfrm>
        </p:grpSpPr>
        <p:sp>
          <p:nvSpPr>
            <p:cNvPr name="Freeform 7" id="7"/>
            <p:cNvSpPr/>
            <p:nvPr/>
          </p:nvSpPr>
          <p:spPr>
            <a:xfrm flipH="false" flipV="false" rot="0">
              <a:off x="0" y="0"/>
              <a:ext cx="1703153" cy="563215"/>
            </a:xfrm>
            <a:custGeom>
              <a:avLst/>
              <a:gdLst/>
              <a:ahLst/>
              <a:cxnLst/>
              <a:rect r="r" b="b" t="t" l="l"/>
              <a:pathLst>
                <a:path h="563215" w="1703153">
                  <a:moveTo>
                    <a:pt x="0" y="0"/>
                  </a:moveTo>
                  <a:lnTo>
                    <a:pt x="1703153" y="0"/>
                  </a:lnTo>
                  <a:lnTo>
                    <a:pt x="1703153" y="563215"/>
                  </a:lnTo>
                  <a:lnTo>
                    <a:pt x="0" y="563215"/>
                  </a:lnTo>
                  <a:close/>
                </a:path>
              </a:pathLst>
            </a:custGeom>
            <a:solidFill>
              <a:srgbClr val="000000"/>
            </a:solidFill>
          </p:spPr>
        </p:sp>
        <p:sp>
          <p:nvSpPr>
            <p:cNvPr name="TextBox 8" id="8"/>
            <p:cNvSpPr txBox="true"/>
            <p:nvPr/>
          </p:nvSpPr>
          <p:spPr>
            <a:xfrm>
              <a:off x="0" y="47625"/>
              <a:ext cx="1703153" cy="515590"/>
            </a:xfrm>
            <a:prstGeom prst="rect">
              <a:avLst/>
            </a:prstGeom>
          </p:spPr>
          <p:txBody>
            <a:bodyPr anchor="ctr" rtlCol="false" tIns="50800" lIns="50800" bIns="50800" rIns="50800"/>
            <a:lstStyle/>
            <a:p>
              <a:pPr algn="ctr">
                <a:lnSpc>
                  <a:spcPts val="1674"/>
                </a:lnSpc>
              </a:pPr>
            </a:p>
          </p:txBody>
        </p:sp>
      </p:grpSp>
      <p:grpSp>
        <p:nvGrpSpPr>
          <p:cNvPr name="Group 9" id="9"/>
          <p:cNvGrpSpPr/>
          <p:nvPr/>
        </p:nvGrpSpPr>
        <p:grpSpPr>
          <a:xfrm rot="0">
            <a:off x="11325987" y="4569469"/>
            <a:ext cx="5933313" cy="2456591"/>
            <a:chOff x="0" y="0"/>
            <a:chExt cx="1562683" cy="647003"/>
          </a:xfrm>
        </p:grpSpPr>
        <p:sp>
          <p:nvSpPr>
            <p:cNvPr name="Freeform 10" id="10"/>
            <p:cNvSpPr/>
            <p:nvPr/>
          </p:nvSpPr>
          <p:spPr>
            <a:xfrm flipH="false" flipV="false" rot="0">
              <a:off x="0" y="0"/>
              <a:ext cx="1562683" cy="647003"/>
            </a:xfrm>
            <a:custGeom>
              <a:avLst/>
              <a:gdLst/>
              <a:ahLst/>
              <a:cxnLst/>
              <a:rect r="r" b="b" t="t" l="l"/>
              <a:pathLst>
                <a:path h="647003" w="1562683">
                  <a:moveTo>
                    <a:pt x="0" y="0"/>
                  </a:moveTo>
                  <a:lnTo>
                    <a:pt x="1562683" y="0"/>
                  </a:lnTo>
                  <a:lnTo>
                    <a:pt x="1562683" y="647003"/>
                  </a:lnTo>
                  <a:lnTo>
                    <a:pt x="0" y="647003"/>
                  </a:lnTo>
                  <a:close/>
                </a:path>
              </a:pathLst>
            </a:custGeom>
            <a:solidFill>
              <a:srgbClr val="000000"/>
            </a:solidFill>
          </p:spPr>
        </p:sp>
        <p:sp>
          <p:nvSpPr>
            <p:cNvPr name="TextBox 11" id="11"/>
            <p:cNvSpPr txBox="true"/>
            <p:nvPr/>
          </p:nvSpPr>
          <p:spPr>
            <a:xfrm>
              <a:off x="0" y="47625"/>
              <a:ext cx="1562683" cy="599378"/>
            </a:xfrm>
            <a:prstGeom prst="rect">
              <a:avLst/>
            </a:prstGeom>
          </p:spPr>
          <p:txBody>
            <a:bodyPr anchor="ctr" rtlCol="false" tIns="50800" lIns="50800" bIns="50800" rIns="50800"/>
            <a:lstStyle/>
            <a:p>
              <a:pPr algn="ctr">
                <a:lnSpc>
                  <a:spcPts val="1674"/>
                </a:lnSpc>
              </a:pPr>
            </a:p>
          </p:txBody>
        </p:sp>
      </p:grpSp>
      <p:sp>
        <p:nvSpPr>
          <p:cNvPr name="TextBox 12" id="12"/>
          <p:cNvSpPr txBox="true"/>
          <p:nvPr/>
        </p:nvSpPr>
        <p:spPr>
          <a:xfrm rot="0">
            <a:off x="9144000" y="1300434"/>
            <a:ext cx="2885910" cy="875919"/>
          </a:xfrm>
          <a:prstGeom prst="rect">
            <a:avLst/>
          </a:prstGeom>
        </p:spPr>
        <p:txBody>
          <a:bodyPr anchor="t" rtlCol="false" tIns="0" lIns="0" bIns="0" rIns="0">
            <a:spAutoFit/>
          </a:bodyPr>
          <a:lstStyle/>
          <a:p>
            <a:pPr algn="l" marL="0" indent="0" lvl="0">
              <a:lnSpc>
                <a:spcPts val="3348"/>
              </a:lnSpc>
            </a:pPr>
            <a:r>
              <a:rPr lang="en-US" b="true" sz="3600" spc="-107">
                <a:solidFill>
                  <a:srgbClr val="FFFFFF"/>
                </a:solidFill>
                <a:latin typeface="Inter 2 Bold"/>
                <a:ea typeface="Inter 2 Bold"/>
                <a:cs typeface="Inter 2 Bold"/>
                <a:sym typeface="Inter 2 Bold"/>
              </a:rPr>
              <a:t>NETWORK OBJECTIVES</a:t>
            </a:r>
          </a:p>
        </p:txBody>
      </p:sp>
      <p:sp>
        <p:nvSpPr>
          <p:cNvPr name="Freeform 13" id="13"/>
          <p:cNvSpPr/>
          <p:nvPr/>
        </p:nvSpPr>
        <p:spPr>
          <a:xfrm flipH="false" flipV="false" rot="0">
            <a:off x="6679260" y="3778301"/>
            <a:ext cx="2248610" cy="2040959"/>
          </a:xfrm>
          <a:custGeom>
            <a:avLst/>
            <a:gdLst/>
            <a:ahLst/>
            <a:cxnLst/>
            <a:rect r="r" b="b" t="t" l="l"/>
            <a:pathLst>
              <a:path h="2040959" w="2248610">
                <a:moveTo>
                  <a:pt x="0" y="0"/>
                </a:moveTo>
                <a:lnTo>
                  <a:pt x="2248610" y="0"/>
                </a:lnTo>
                <a:lnTo>
                  <a:pt x="2248610" y="2040958"/>
                </a:lnTo>
                <a:lnTo>
                  <a:pt x="0" y="2040958"/>
                </a:lnTo>
                <a:lnTo>
                  <a:pt x="0" y="0"/>
                </a:lnTo>
                <a:close/>
              </a:path>
            </a:pathLst>
          </a:custGeom>
          <a:blipFill>
            <a:blip r:embed="rId3"/>
            <a:stretch>
              <a:fillRect l="-54970" t="-185863" r="-261943" b="-39113"/>
            </a:stretch>
          </a:blipFill>
        </p:spPr>
      </p:sp>
      <p:sp>
        <p:nvSpPr>
          <p:cNvPr name="Freeform 14" id="14"/>
          <p:cNvSpPr/>
          <p:nvPr/>
        </p:nvSpPr>
        <p:spPr>
          <a:xfrm flipH="false" flipV="false" rot="0">
            <a:off x="6289600" y="6698879"/>
            <a:ext cx="2248610" cy="2040959"/>
          </a:xfrm>
          <a:custGeom>
            <a:avLst/>
            <a:gdLst/>
            <a:ahLst/>
            <a:cxnLst/>
            <a:rect r="r" b="b" t="t" l="l"/>
            <a:pathLst>
              <a:path h="2040959" w="2248610">
                <a:moveTo>
                  <a:pt x="0" y="0"/>
                </a:moveTo>
                <a:lnTo>
                  <a:pt x="2248610" y="0"/>
                </a:lnTo>
                <a:lnTo>
                  <a:pt x="2248610" y="2040958"/>
                </a:lnTo>
                <a:lnTo>
                  <a:pt x="0" y="2040958"/>
                </a:lnTo>
                <a:lnTo>
                  <a:pt x="0" y="0"/>
                </a:lnTo>
                <a:close/>
              </a:path>
            </a:pathLst>
          </a:custGeom>
          <a:blipFill>
            <a:blip r:embed="rId3"/>
            <a:stretch>
              <a:fillRect l="-54970" t="-185863" r="-261943" b="-39113"/>
            </a:stretch>
          </a:blipFill>
        </p:spPr>
      </p:sp>
      <p:sp>
        <p:nvSpPr>
          <p:cNvPr name="Freeform 15" id="15"/>
          <p:cNvSpPr/>
          <p:nvPr/>
        </p:nvSpPr>
        <p:spPr>
          <a:xfrm flipH="false" flipV="false" rot="0">
            <a:off x="9975165" y="4777285"/>
            <a:ext cx="2248610" cy="2040959"/>
          </a:xfrm>
          <a:custGeom>
            <a:avLst/>
            <a:gdLst/>
            <a:ahLst/>
            <a:cxnLst/>
            <a:rect r="r" b="b" t="t" l="l"/>
            <a:pathLst>
              <a:path h="2040959" w="2248610">
                <a:moveTo>
                  <a:pt x="0" y="0"/>
                </a:moveTo>
                <a:lnTo>
                  <a:pt x="2248610" y="0"/>
                </a:lnTo>
                <a:lnTo>
                  <a:pt x="2248610" y="2040959"/>
                </a:lnTo>
                <a:lnTo>
                  <a:pt x="0" y="2040959"/>
                </a:lnTo>
                <a:lnTo>
                  <a:pt x="0" y="0"/>
                </a:lnTo>
                <a:close/>
              </a:path>
            </a:pathLst>
          </a:custGeom>
          <a:blipFill>
            <a:blip r:embed="rId3"/>
            <a:stretch>
              <a:fillRect l="-54970" t="-185863" r="-261943" b="-39113"/>
            </a:stretch>
          </a:blipFill>
        </p:spPr>
      </p:sp>
      <p:sp>
        <p:nvSpPr>
          <p:cNvPr name="TextBox 16" id="16"/>
          <p:cNvSpPr txBox="true"/>
          <p:nvPr/>
        </p:nvSpPr>
        <p:spPr>
          <a:xfrm rot="0">
            <a:off x="7350012" y="4590355"/>
            <a:ext cx="907107" cy="712470"/>
          </a:xfrm>
          <a:prstGeom prst="rect">
            <a:avLst/>
          </a:prstGeom>
        </p:spPr>
        <p:txBody>
          <a:bodyPr anchor="t" rtlCol="false" tIns="0" lIns="0" bIns="0" rIns="0">
            <a:spAutoFit/>
          </a:bodyPr>
          <a:lstStyle/>
          <a:p>
            <a:pPr algn="r" marL="0" indent="0" lvl="0">
              <a:lnSpc>
                <a:spcPts val="5114"/>
              </a:lnSpc>
            </a:pPr>
            <a:r>
              <a:rPr lang="en-US" b="true" sz="5499" spc="-164">
                <a:solidFill>
                  <a:srgbClr val="FFFFFF"/>
                </a:solidFill>
                <a:latin typeface="Inter 2 Bold"/>
                <a:ea typeface="Inter 2 Bold"/>
                <a:cs typeface="Inter 2 Bold"/>
                <a:sym typeface="Inter 2 Bold"/>
              </a:rPr>
              <a:t>01</a:t>
            </a:r>
          </a:p>
        </p:txBody>
      </p:sp>
      <p:sp>
        <p:nvSpPr>
          <p:cNvPr name="TextBox 17" id="17"/>
          <p:cNvSpPr txBox="true"/>
          <p:nvPr/>
        </p:nvSpPr>
        <p:spPr>
          <a:xfrm rot="0">
            <a:off x="6679260" y="7515581"/>
            <a:ext cx="1442032" cy="712470"/>
          </a:xfrm>
          <a:prstGeom prst="rect">
            <a:avLst/>
          </a:prstGeom>
        </p:spPr>
        <p:txBody>
          <a:bodyPr anchor="t" rtlCol="false" tIns="0" lIns="0" bIns="0" rIns="0">
            <a:spAutoFit/>
          </a:bodyPr>
          <a:lstStyle/>
          <a:p>
            <a:pPr algn="r" marL="0" indent="0" lvl="0">
              <a:lnSpc>
                <a:spcPts val="5114"/>
              </a:lnSpc>
            </a:pPr>
            <a:r>
              <a:rPr lang="en-US" b="true" sz="5499" spc="-164">
                <a:solidFill>
                  <a:srgbClr val="FFFFFF"/>
                </a:solidFill>
                <a:latin typeface="Inter 2 Bold"/>
                <a:ea typeface="Inter 2 Bold"/>
                <a:cs typeface="Inter 2 Bold"/>
                <a:sym typeface="Inter 2 Bold"/>
              </a:rPr>
              <a:t>03</a:t>
            </a:r>
          </a:p>
        </p:txBody>
      </p:sp>
      <p:sp>
        <p:nvSpPr>
          <p:cNvPr name="TextBox 18" id="18"/>
          <p:cNvSpPr txBox="true"/>
          <p:nvPr/>
        </p:nvSpPr>
        <p:spPr>
          <a:xfrm rot="0">
            <a:off x="10345974" y="5549056"/>
            <a:ext cx="1240384" cy="712470"/>
          </a:xfrm>
          <a:prstGeom prst="rect">
            <a:avLst/>
          </a:prstGeom>
        </p:spPr>
        <p:txBody>
          <a:bodyPr anchor="t" rtlCol="false" tIns="0" lIns="0" bIns="0" rIns="0">
            <a:spAutoFit/>
          </a:bodyPr>
          <a:lstStyle/>
          <a:p>
            <a:pPr algn="r" marL="0" indent="0" lvl="0">
              <a:lnSpc>
                <a:spcPts val="5114"/>
              </a:lnSpc>
            </a:pPr>
            <a:r>
              <a:rPr lang="en-US" b="true" sz="5499" spc="-164">
                <a:solidFill>
                  <a:srgbClr val="FFFFFF"/>
                </a:solidFill>
                <a:latin typeface="Inter 2 Bold"/>
                <a:ea typeface="Inter 2 Bold"/>
                <a:cs typeface="Inter 2 Bold"/>
                <a:sym typeface="Inter 2 Bold"/>
              </a:rPr>
              <a:t>02</a:t>
            </a:r>
          </a:p>
        </p:txBody>
      </p:sp>
      <p:grpSp>
        <p:nvGrpSpPr>
          <p:cNvPr name="Group 19" id="19"/>
          <p:cNvGrpSpPr/>
          <p:nvPr/>
        </p:nvGrpSpPr>
        <p:grpSpPr>
          <a:xfrm rot="0">
            <a:off x="1631623" y="4039998"/>
            <a:ext cx="5176009" cy="1521976"/>
            <a:chOff x="0" y="0"/>
            <a:chExt cx="6901345" cy="2029301"/>
          </a:xfrm>
        </p:grpSpPr>
        <p:sp>
          <p:nvSpPr>
            <p:cNvPr name="TextBox 20" id="20"/>
            <p:cNvSpPr txBox="true"/>
            <p:nvPr/>
          </p:nvSpPr>
          <p:spPr>
            <a:xfrm rot="0">
              <a:off x="0" y="85725"/>
              <a:ext cx="6901345" cy="637667"/>
            </a:xfrm>
            <a:prstGeom prst="rect">
              <a:avLst/>
            </a:prstGeom>
          </p:spPr>
          <p:txBody>
            <a:bodyPr anchor="t" rtlCol="false" tIns="0" lIns="0" bIns="0" rIns="0">
              <a:spAutoFit/>
            </a:bodyPr>
            <a:lstStyle/>
            <a:p>
              <a:pPr algn="l" marL="0" indent="0" lvl="0">
                <a:lnSpc>
                  <a:spcPts val="3348"/>
                </a:lnSpc>
              </a:pPr>
              <a:r>
                <a:rPr lang="en-US" b="true" sz="3600" spc="-107">
                  <a:solidFill>
                    <a:srgbClr val="FFFFFF"/>
                  </a:solidFill>
                  <a:latin typeface="Inter 2 Bold"/>
                  <a:ea typeface="Inter 2 Bold"/>
                  <a:cs typeface="Inter 2 Bold"/>
                  <a:sym typeface="Inter 2 Bold"/>
                </a:rPr>
                <a:t>SAFETY</a:t>
              </a:r>
            </a:p>
          </p:txBody>
        </p:sp>
        <p:sp>
          <p:nvSpPr>
            <p:cNvPr name="TextBox 21" id="21"/>
            <p:cNvSpPr txBox="true"/>
            <p:nvPr/>
          </p:nvSpPr>
          <p:spPr>
            <a:xfrm rot="0">
              <a:off x="0" y="794861"/>
              <a:ext cx="6032973" cy="123444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Mak</a:t>
              </a:r>
              <a:r>
                <a:rPr lang="en-US" sz="1800" spc="-160">
                  <a:solidFill>
                    <a:srgbClr val="FFFFFF"/>
                  </a:solidFill>
                  <a:latin typeface="Inter 2"/>
                  <a:ea typeface="Inter 2"/>
                  <a:cs typeface="Inter 2"/>
                  <a:sym typeface="Inter 2"/>
                </a:rPr>
                <a:t>e</a:t>
              </a:r>
              <a:r>
                <a:rPr lang="en-US" sz="1800" spc="-160">
                  <a:solidFill>
                    <a:srgbClr val="FFFFFF"/>
                  </a:solidFill>
                  <a:latin typeface="Inter 2"/>
                  <a:ea typeface="Inter 2"/>
                  <a:cs typeface="Inter 2"/>
                  <a:sym typeface="Inter 2"/>
                </a:rPr>
                <a:t> LAMs safer by characterizing the effects of human behavior, socioeconomic factors, and other externalities on market systems.</a:t>
              </a:r>
            </a:p>
          </p:txBody>
        </p:sp>
      </p:grpSp>
      <p:grpSp>
        <p:nvGrpSpPr>
          <p:cNvPr name="Group 22" id="22"/>
          <p:cNvGrpSpPr/>
          <p:nvPr/>
        </p:nvGrpSpPr>
        <p:grpSpPr>
          <a:xfrm rot="0">
            <a:off x="1631623" y="6960576"/>
            <a:ext cx="5176009" cy="1521976"/>
            <a:chOff x="0" y="0"/>
            <a:chExt cx="6901345" cy="2029301"/>
          </a:xfrm>
        </p:grpSpPr>
        <p:sp>
          <p:nvSpPr>
            <p:cNvPr name="TextBox 23" id="23"/>
            <p:cNvSpPr txBox="true"/>
            <p:nvPr/>
          </p:nvSpPr>
          <p:spPr>
            <a:xfrm rot="0">
              <a:off x="0" y="85725"/>
              <a:ext cx="6901345" cy="637667"/>
            </a:xfrm>
            <a:prstGeom prst="rect">
              <a:avLst/>
            </a:prstGeom>
          </p:spPr>
          <p:txBody>
            <a:bodyPr anchor="t" rtlCol="false" tIns="0" lIns="0" bIns="0" rIns="0">
              <a:spAutoFit/>
            </a:bodyPr>
            <a:lstStyle/>
            <a:p>
              <a:pPr algn="l" marL="0" indent="0" lvl="0">
                <a:lnSpc>
                  <a:spcPts val="3348"/>
                </a:lnSpc>
              </a:pPr>
              <a:r>
                <a:rPr lang="en-US" b="true" sz="3600" spc="-107">
                  <a:solidFill>
                    <a:srgbClr val="FFFFFF"/>
                  </a:solidFill>
                  <a:latin typeface="Inter 2 Bold"/>
                  <a:ea typeface="Inter 2 Bold"/>
                  <a:cs typeface="Inter 2 Bold"/>
                  <a:sym typeface="Inter 2 Bold"/>
                </a:rPr>
                <a:t>COMMITMENT</a:t>
              </a:r>
            </a:p>
          </p:txBody>
        </p:sp>
        <p:sp>
          <p:nvSpPr>
            <p:cNvPr name="TextBox 24" id="24"/>
            <p:cNvSpPr txBox="true"/>
            <p:nvPr/>
          </p:nvSpPr>
          <p:spPr>
            <a:xfrm rot="0">
              <a:off x="0" y="794861"/>
              <a:ext cx="6032973" cy="1234440"/>
            </a:xfrm>
            <a:prstGeom prst="rect">
              <a:avLst/>
            </a:prstGeom>
          </p:spPr>
          <p:txBody>
            <a:bodyPr anchor="t" rtlCol="false" tIns="0" lIns="0" bIns="0" rIns="0">
              <a:spAutoFit/>
            </a:bodyPr>
            <a:lstStyle/>
            <a:p>
              <a:pPr algn="l" marL="0" indent="0" lvl="0">
                <a:lnSpc>
                  <a:spcPts val="2520"/>
                </a:lnSpc>
              </a:pPr>
              <a:r>
                <a:rPr lang="en-US" sz="1800" spc="-160">
                  <a:solidFill>
                    <a:srgbClr val="FFFFFF"/>
                  </a:solidFill>
                  <a:latin typeface="Inter 2"/>
                  <a:ea typeface="Inter 2"/>
                  <a:cs typeface="Inter 2"/>
                  <a:sym typeface="Inter 2"/>
                </a:rPr>
                <a:t>Maint</a:t>
              </a:r>
              <a:r>
                <a:rPr lang="en-US" sz="1800" spc="-160">
                  <a:solidFill>
                    <a:srgbClr val="FFFFFF"/>
                  </a:solidFill>
                  <a:latin typeface="Inter 2"/>
                  <a:ea typeface="Inter 2"/>
                  <a:cs typeface="Inter 2"/>
                  <a:sym typeface="Inter 2"/>
                </a:rPr>
                <a:t>ain a commitment to adaptive, creative, multidisciplinary, and novel approaches to partnerships, interventions, and research.</a:t>
              </a:r>
            </a:p>
          </p:txBody>
        </p:sp>
      </p:grpSp>
      <p:grpSp>
        <p:nvGrpSpPr>
          <p:cNvPr name="Group 25" id="25"/>
          <p:cNvGrpSpPr/>
          <p:nvPr/>
        </p:nvGrpSpPr>
        <p:grpSpPr>
          <a:xfrm rot="0">
            <a:off x="11325987" y="4831167"/>
            <a:ext cx="5176009" cy="1809283"/>
            <a:chOff x="0" y="0"/>
            <a:chExt cx="6901345" cy="2412377"/>
          </a:xfrm>
        </p:grpSpPr>
        <p:sp>
          <p:nvSpPr>
            <p:cNvPr name="TextBox 26" id="26"/>
            <p:cNvSpPr txBox="true"/>
            <p:nvPr/>
          </p:nvSpPr>
          <p:spPr>
            <a:xfrm rot="0">
              <a:off x="0" y="85725"/>
              <a:ext cx="6901345" cy="637667"/>
            </a:xfrm>
            <a:prstGeom prst="rect">
              <a:avLst/>
            </a:prstGeom>
          </p:spPr>
          <p:txBody>
            <a:bodyPr anchor="t" rtlCol="false" tIns="0" lIns="0" bIns="0" rIns="0">
              <a:spAutoFit/>
            </a:bodyPr>
            <a:lstStyle/>
            <a:p>
              <a:pPr algn="r" marL="0" indent="0" lvl="0">
                <a:lnSpc>
                  <a:spcPts val="3348"/>
                </a:lnSpc>
              </a:pPr>
              <a:r>
                <a:rPr lang="en-US" b="true" sz="3600" spc="-107">
                  <a:solidFill>
                    <a:srgbClr val="FFFFFF"/>
                  </a:solidFill>
                  <a:latin typeface="Inter 2 Bold"/>
                  <a:ea typeface="Inter 2 Bold"/>
                  <a:cs typeface="Inter 2 Bold"/>
                  <a:sym typeface="Inter 2 Bold"/>
                </a:rPr>
                <a:t>EDUCATION</a:t>
              </a:r>
            </a:p>
          </p:txBody>
        </p:sp>
        <p:sp>
          <p:nvSpPr>
            <p:cNvPr name="TextBox 27" id="27"/>
            <p:cNvSpPr txBox="true"/>
            <p:nvPr/>
          </p:nvSpPr>
          <p:spPr>
            <a:xfrm rot="0">
              <a:off x="1715325" y="758837"/>
              <a:ext cx="5186021" cy="1653540"/>
            </a:xfrm>
            <a:prstGeom prst="rect">
              <a:avLst/>
            </a:prstGeom>
          </p:spPr>
          <p:txBody>
            <a:bodyPr anchor="t" rtlCol="false" tIns="0" lIns="0" bIns="0" rIns="0">
              <a:spAutoFit/>
            </a:bodyPr>
            <a:lstStyle/>
            <a:p>
              <a:pPr algn="r" marL="0" indent="0" lvl="0">
                <a:lnSpc>
                  <a:spcPts val="2520"/>
                </a:lnSpc>
              </a:pPr>
              <a:r>
                <a:rPr lang="en-US" sz="1800" spc="-160">
                  <a:solidFill>
                    <a:srgbClr val="FFFFFF"/>
                  </a:solidFill>
                  <a:latin typeface="Inter 2"/>
                  <a:ea typeface="Inter 2"/>
                  <a:cs typeface="Inter 2"/>
                  <a:sym typeface="Inter 2"/>
                </a:rPr>
                <a:t>Bett</a:t>
              </a:r>
              <a:r>
                <a:rPr lang="en-US" sz="1800" spc="-160">
                  <a:solidFill>
                    <a:srgbClr val="FFFFFF"/>
                  </a:solidFill>
                  <a:latin typeface="Inter 2"/>
                  <a:ea typeface="Inter 2"/>
                  <a:cs typeface="Inter 2"/>
                  <a:sym typeface="Inter 2"/>
                </a:rPr>
                <a:t>er</a:t>
              </a:r>
              <a:r>
                <a:rPr lang="en-US" sz="1800" spc="-160">
                  <a:solidFill>
                    <a:srgbClr val="FFFFFF"/>
                  </a:solidFill>
                  <a:latin typeface="Inter 2"/>
                  <a:ea typeface="Inter 2"/>
                  <a:cs typeface="Inter 2"/>
                  <a:sym typeface="Inter 2"/>
                </a:rPr>
                <a:t> understand and mitigate health risks to humans and animals associated with LAMs, in cooperation with stakeholders and high-risk populations.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109486" y="1028700"/>
            <a:ext cx="4160417" cy="3028376"/>
            <a:chOff x="0" y="0"/>
            <a:chExt cx="1095748" cy="797597"/>
          </a:xfrm>
        </p:grpSpPr>
        <p:sp>
          <p:nvSpPr>
            <p:cNvPr name="Freeform 3" id="3"/>
            <p:cNvSpPr/>
            <p:nvPr/>
          </p:nvSpPr>
          <p:spPr>
            <a:xfrm flipH="false" flipV="false" rot="0">
              <a:off x="0" y="0"/>
              <a:ext cx="1095748" cy="797597"/>
            </a:xfrm>
            <a:custGeom>
              <a:avLst/>
              <a:gdLst/>
              <a:ahLst/>
              <a:cxnLst/>
              <a:rect r="r" b="b" t="t" l="l"/>
              <a:pathLst>
                <a:path h="797597" w="1095748">
                  <a:moveTo>
                    <a:pt x="0" y="0"/>
                  </a:moveTo>
                  <a:lnTo>
                    <a:pt x="1095748" y="0"/>
                  </a:lnTo>
                  <a:lnTo>
                    <a:pt x="1095748" y="797597"/>
                  </a:lnTo>
                  <a:lnTo>
                    <a:pt x="0" y="797597"/>
                  </a:lnTo>
                  <a:close/>
                </a:path>
              </a:pathLst>
            </a:custGeom>
            <a:solidFill>
              <a:srgbClr val="000000">
                <a:alpha val="0"/>
              </a:srgbClr>
            </a:solidFill>
            <a:ln w="28575" cap="sq">
              <a:solidFill>
                <a:srgbClr val="D40021"/>
              </a:solidFill>
              <a:prstDash val="solid"/>
              <a:miter/>
            </a:ln>
          </p:spPr>
        </p:sp>
        <p:sp>
          <p:nvSpPr>
            <p:cNvPr name="TextBox 4" id="4"/>
            <p:cNvSpPr txBox="true"/>
            <p:nvPr/>
          </p:nvSpPr>
          <p:spPr>
            <a:xfrm>
              <a:off x="0" y="47625"/>
              <a:ext cx="1095748" cy="749972"/>
            </a:xfrm>
            <a:prstGeom prst="rect">
              <a:avLst/>
            </a:prstGeom>
          </p:spPr>
          <p:txBody>
            <a:bodyPr anchor="ctr" rtlCol="false" tIns="50800" lIns="50800" bIns="50800" rIns="50800"/>
            <a:lstStyle/>
            <a:p>
              <a:pPr algn="ctr">
                <a:lnSpc>
                  <a:spcPts val="1674"/>
                </a:lnSpc>
              </a:pPr>
            </a:p>
          </p:txBody>
        </p:sp>
      </p:grpSp>
      <p:sp>
        <p:nvSpPr>
          <p:cNvPr name="TextBox 5" id="5"/>
          <p:cNvSpPr txBox="true"/>
          <p:nvPr/>
        </p:nvSpPr>
        <p:spPr>
          <a:xfrm rot="0">
            <a:off x="14779794" y="1269412"/>
            <a:ext cx="1879424" cy="93535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REPRESENTS </a:t>
            </a:r>
            <a:r>
              <a:rPr lang="en-US" b="true" sz="1800" spc="-160">
                <a:solidFill>
                  <a:srgbClr val="000000"/>
                </a:solidFill>
                <a:latin typeface="Inter 2 Bold"/>
                <a:ea typeface="Inter 2 Bold"/>
                <a:cs typeface="Inter 2 Bold"/>
                <a:sym typeface="Inter 2 Bold"/>
              </a:rPr>
              <a:t>1</a:t>
            </a:r>
            <a:r>
              <a:rPr lang="en-US" sz="1800" spc="-160">
                <a:solidFill>
                  <a:srgbClr val="000000"/>
                </a:solidFill>
                <a:latin typeface="Inter 2"/>
                <a:ea typeface="Inter 2"/>
                <a:cs typeface="Inter 2"/>
                <a:sym typeface="Inter 2"/>
              </a:rPr>
              <a:t> UNCONTAMINATED CHICKENS </a:t>
            </a:r>
          </a:p>
        </p:txBody>
      </p:sp>
      <p:sp>
        <p:nvSpPr>
          <p:cNvPr name="TextBox 6" id="6"/>
          <p:cNvSpPr txBox="true"/>
          <p:nvPr/>
        </p:nvSpPr>
        <p:spPr>
          <a:xfrm rot="0">
            <a:off x="14779794" y="2559087"/>
            <a:ext cx="2164170" cy="124968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REPRESENTS </a:t>
            </a:r>
            <a:r>
              <a:rPr lang="en-US" b="true" sz="1800" spc="-160">
                <a:solidFill>
                  <a:srgbClr val="000000"/>
                </a:solidFill>
                <a:latin typeface="Inter 2 Bold"/>
                <a:ea typeface="Inter 2 Bold"/>
                <a:cs typeface="Inter 2 Bold"/>
                <a:sym typeface="Inter 2 Bold"/>
              </a:rPr>
              <a:t>1</a:t>
            </a:r>
            <a:r>
              <a:rPr lang="en-US" sz="1800" spc="-160">
                <a:solidFill>
                  <a:srgbClr val="000000"/>
                </a:solidFill>
                <a:latin typeface="Inter 2"/>
                <a:ea typeface="Inter 2"/>
                <a:cs typeface="Inter 2"/>
                <a:sym typeface="Inter 2"/>
              </a:rPr>
              <a:t> CONTAMINATED CHICKENS WITH SALMONELLA </a:t>
            </a:r>
          </a:p>
        </p:txBody>
      </p:sp>
      <p:sp>
        <p:nvSpPr>
          <p:cNvPr name="Freeform 7" id="7"/>
          <p:cNvSpPr/>
          <p:nvPr/>
        </p:nvSpPr>
        <p:spPr>
          <a:xfrm flipH="false" flipV="false" rot="0">
            <a:off x="13429914" y="2631841"/>
            <a:ext cx="1093778" cy="1176926"/>
          </a:xfrm>
          <a:custGeom>
            <a:avLst/>
            <a:gdLst/>
            <a:ahLst/>
            <a:cxnLst/>
            <a:rect r="r" b="b" t="t" l="l"/>
            <a:pathLst>
              <a:path h="1176926" w="1093778">
                <a:moveTo>
                  <a:pt x="0" y="0"/>
                </a:moveTo>
                <a:lnTo>
                  <a:pt x="1093778" y="0"/>
                </a:lnTo>
                <a:lnTo>
                  <a:pt x="1093778" y="1176925"/>
                </a:lnTo>
                <a:lnTo>
                  <a:pt x="0" y="1176925"/>
                </a:lnTo>
                <a:lnTo>
                  <a:pt x="0" y="0"/>
                </a:lnTo>
                <a:close/>
              </a:path>
            </a:pathLst>
          </a:custGeom>
          <a:blipFill>
            <a:blip r:embed="rId2"/>
            <a:stretch>
              <a:fillRect l="-57765" t="-20857" r="-57765" b="-20857"/>
            </a:stretch>
          </a:blipFill>
        </p:spPr>
      </p:sp>
      <p:sp>
        <p:nvSpPr>
          <p:cNvPr name="Freeform 8" id="8"/>
          <p:cNvSpPr/>
          <p:nvPr/>
        </p:nvSpPr>
        <p:spPr>
          <a:xfrm flipH="false" flipV="false" rot="0">
            <a:off x="13316906" y="1202330"/>
            <a:ext cx="1093778" cy="1176926"/>
          </a:xfrm>
          <a:custGeom>
            <a:avLst/>
            <a:gdLst/>
            <a:ahLst/>
            <a:cxnLst/>
            <a:rect r="r" b="b" t="t" l="l"/>
            <a:pathLst>
              <a:path h="1176926" w="1093778">
                <a:moveTo>
                  <a:pt x="0" y="0"/>
                </a:moveTo>
                <a:lnTo>
                  <a:pt x="1093778" y="0"/>
                </a:lnTo>
                <a:lnTo>
                  <a:pt x="1093778" y="1176926"/>
                </a:lnTo>
                <a:lnTo>
                  <a:pt x="0" y="1176926"/>
                </a:lnTo>
                <a:lnTo>
                  <a:pt x="0" y="0"/>
                </a:lnTo>
                <a:close/>
              </a:path>
            </a:pathLst>
          </a:custGeom>
          <a:blipFill>
            <a:blip r:embed="rId3"/>
            <a:stretch>
              <a:fillRect l="-57765" t="-20857" r="-57765" b="-20857"/>
            </a:stretch>
          </a:blipFill>
        </p:spPr>
      </p:sp>
      <p:sp>
        <p:nvSpPr>
          <p:cNvPr name="Freeform 9" id="9"/>
          <p:cNvSpPr/>
          <p:nvPr/>
        </p:nvSpPr>
        <p:spPr>
          <a:xfrm flipH="false" flipV="false" rot="0">
            <a:off x="9841523" y="1310949"/>
            <a:ext cx="1942595" cy="2770579"/>
          </a:xfrm>
          <a:custGeom>
            <a:avLst/>
            <a:gdLst/>
            <a:ahLst/>
            <a:cxnLst/>
            <a:rect r="r" b="b" t="t" l="l"/>
            <a:pathLst>
              <a:path h="2770579" w="1942595">
                <a:moveTo>
                  <a:pt x="0" y="0"/>
                </a:moveTo>
                <a:lnTo>
                  <a:pt x="1942595" y="0"/>
                </a:lnTo>
                <a:lnTo>
                  <a:pt x="1942595" y="2770579"/>
                </a:lnTo>
                <a:lnTo>
                  <a:pt x="0" y="2770579"/>
                </a:lnTo>
                <a:lnTo>
                  <a:pt x="0" y="0"/>
                </a:lnTo>
                <a:close/>
              </a:path>
            </a:pathLst>
          </a:custGeom>
          <a:blipFill>
            <a:blip r:embed="rId4"/>
            <a:stretch>
              <a:fillRect l="-96216" t="0" r="-113605" b="-10788"/>
            </a:stretch>
          </a:blipFill>
        </p:spPr>
      </p:sp>
      <p:grpSp>
        <p:nvGrpSpPr>
          <p:cNvPr name="Group 10" id="10"/>
          <p:cNvGrpSpPr/>
          <p:nvPr/>
        </p:nvGrpSpPr>
        <p:grpSpPr>
          <a:xfrm rot="0">
            <a:off x="1028700" y="1028700"/>
            <a:ext cx="8812009" cy="3233346"/>
            <a:chOff x="0" y="0"/>
            <a:chExt cx="11749345" cy="4311128"/>
          </a:xfrm>
        </p:grpSpPr>
        <p:sp>
          <p:nvSpPr>
            <p:cNvPr name="Freeform 11" id="11"/>
            <p:cNvSpPr/>
            <p:nvPr/>
          </p:nvSpPr>
          <p:spPr>
            <a:xfrm flipH="false" flipV="false" rot="0">
              <a:off x="3534411"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2" id="12"/>
            <p:cNvSpPr/>
            <p:nvPr/>
          </p:nvSpPr>
          <p:spPr>
            <a:xfrm flipH="false" flipV="false" rot="0">
              <a:off x="6185411"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3" id="13"/>
            <p:cNvSpPr/>
            <p:nvPr/>
          </p:nvSpPr>
          <p:spPr>
            <a:xfrm flipH="false" flipV="false" rot="0">
              <a:off x="8836410" y="0"/>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4" id="14"/>
            <p:cNvSpPr/>
            <p:nvPr/>
          </p:nvSpPr>
          <p:spPr>
            <a:xfrm flipH="false" flipV="false" rot="0">
              <a:off x="4415557"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5" id="15"/>
            <p:cNvSpPr/>
            <p:nvPr/>
          </p:nvSpPr>
          <p:spPr>
            <a:xfrm flipH="false" flipV="false" rot="0">
              <a:off x="7066557"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6" id="16"/>
            <p:cNvSpPr/>
            <p:nvPr/>
          </p:nvSpPr>
          <p:spPr>
            <a:xfrm flipH="false" flipV="false" rot="0">
              <a:off x="9717556" y="0"/>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7" id="17"/>
            <p:cNvSpPr/>
            <p:nvPr/>
          </p:nvSpPr>
          <p:spPr>
            <a:xfrm flipH="false" flipV="false" rot="0">
              <a:off x="7066557" y="204848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8" id="18"/>
            <p:cNvSpPr/>
            <p:nvPr/>
          </p:nvSpPr>
          <p:spPr>
            <a:xfrm flipH="false" flipV="false" rot="0">
              <a:off x="9717556" y="2009229"/>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19" id="19"/>
            <p:cNvSpPr/>
            <p:nvPr/>
          </p:nvSpPr>
          <p:spPr>
            <a:xfrm flipH="false" flipV="false" rot="0">
              <a:off x="6185411" y="2087744"/>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20" id="20"/>
            <p:cNvSpPr/>
            <p:nvPr/>
          </p:nvSpPr>
          <p:spPr>
            <a:xfrm flipH="false" flipV="false" rot="0">
              <a:off x="8836410" y="204848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1" id="21"/>
            <p:cNvSpPr/>
            <p:nvPr/>
          </p:nvSpPr>
          <p:spPr>
            <a:xfrm flipH="false" flipV="false" rot="0">
              <a:off x="6185411"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2" id="22"/>
            <p:cNvSpPr/>
            <p:nvPr/>
          </p:nvSpPr>
          <p:spPr>
            <a:xfrm flipH="false" flipV="false" rot="0">
              <a:off x="8836410" y="989339"/>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3" id="23"/>
            <p:cNvSpPr/>
            <p:nvPr/>
          </p:nvSpPr>
          <p:spPr>
            <a:xfrm flipH="false" flipV="false" rot="0">
              <a:off x="7066557"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4" id="24"/>
            <p:cNvSpPr/>
            <p:nvPr/>
          </p:nvSpPr>
          <p:spPr>
            <a:xfrm flipH="false" flipV="false" rot="0">
              <a:off x="9717556" y="989339"/>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5" id="25"/>
            <p:cNvSpPr/>
            <p:nvPr/>
          </p:nvSpPr>
          <p:spPr>
            <a:xfrm flipH="false" flipV="false" rot="0">
              <a:off x="7066557" y="303782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6" id="26"/>
            <p:cNvSpPr/>
            <p:nvPr/>
          </p:nvSpPr>
          <p:spPr>
            <a:xfrm flipH="false" flipV="false" rot="0">
              <a:off x="9717556" y="2998569"/>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27" id="27"/>
            <p:cNvSpPr/>
            <p:nvPr/>
          </p:nvSpPr>
          <p:spPr>
            <a:xfrm flipH="false" flipV="false" rot="0">
              <a:off x="3534411"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8" id="28"/>
            <p:cNvSpPr/>
            <p:nvPr/>
          </p:nvSpPr>
          <p:spPr>
            <a:xfrm flipH="false" flipV="false" rot="0">
              <a:off x="8836410" y="303782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29" id="29"/>
            <p:cNvSpPr/>
            <p:nvPr/>
          </p:nvSpPr>
          <p:spPr>
            <a:xfrm flipH="false" flipV="false" rot="0">
              <a:off x="2649485"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0" id="30"/>
            <p:cNvSpPr/>
            <p:nvPr/>
          </p:nvSpPr>
          <p:spPr>
            <a:xfrm flipH="false" flipV="false" rot="0">
              <a:off x="5300484"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1" id="31"/>
            <p:cNvSpPr/>
            <p:nvPr/>
          </p:nvSpPr>
          <p:spPr>
            <a:xfrm flipH="false" flipV="false" rot="0">
              <a:off x="7951484" y="0"/>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2" id="32"/>
            <p:cNvSpPr/>
            <p:nvPr/>
          </p:nvSpPr>
          <p:spPr>
            <a:xfrm flipH="false" flipV="false" rot="0">
              <a:off x="10602483" y="0"/>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3" id="33"/>
            <p:cNvSpPr/>
            <p:nvPr/>
          </p:nvSpPr>
          <p:spPr>
            <a:xfrm flipH="false" flipV="false" rot="0">
              <a:off x="2649485" y="2087744"/>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34" id="34"/>
            <p:cNvSpPr/>
            <p:nvPr/>
          </p:nvSpPr>
          <p:spPr>
            <a:xfrm flipH="false" flipV="false" rot="0">
              <a:off x="7951484" y="204848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5" id="35"/>
            <p:cNvSpPr/>
            <p:nvPr/>
          </p:nvSpPr>
          <p:spPr>
            <a:xfrm flipH="false" flipV="false" rot="0">
              <a:off x="10602483" y="204848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6" id="36"/>
            <p:cNvSpPr/>
            <p:nvPr/>
          </p:nvSpPr>
          <p:spPr>
            <a:xfrm flipH="false" flipV="false" rot="0">
              <a:off x="7951484" y="989339"/>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7" id="37"/>
            <p:cNvSpPr/>
            <p:nvPr/>
          </p:nvSpPr>
          <p:spPr>
            <a:xfrm flipH="false" flipV="false" rot="0">
              <a:off x="10602483" y="989339"/>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8" id="38"/>
            <p:cNvSpPr/>
            <p:nvPr/>
          </p:nvSpPr>
          <p:spPr>
            <a:xfrm flipH="false" flipV="false" rot="0">
              <a:off x="2649485"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39" id="39"/>
            <p:cNvSpPr/>
            <p:nvPr/>
          </p:nvSpPr>
          <p:spPr>
            <a:xfrm flipH="false" flipV="false" rot="0">
              <a:off x="7951484" y="303782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40" id="40"/>
            <p:cNvSpPr/>
            <p:nvPr/>
          </p:nvSpPr>
          <p:spPr>
            <a:xfrm flipH="false" flipV="false" rot="0">
              <a:off x="10602483" y="303782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41" id="41"/>
            <p:cNvSpPr/>
            <p:nvPr/>
          </p:nvSpPr>
          <p:spPr>
            <a:xfrm flipH="false" flipV="false" rot="0">
              <a:off x="1766073"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42" id="42"/>
            <p:cNvSpPr/>
            <p:nvPr/>
          </p:nvSpPr>
          <p:spPr>
            <a:xfrm flipH="false" flipV="false" rot="0">
              <a:off x="1766073" y="2087744"/>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43" id="43"/>
            <p:cNvSpPr/>
            <p:nvPr/>
          </p:nvSpPr>
          <p:spPr>
            <a:xfrm flipH="false" flipV="false" rot="0">
              <a:off x="1766073"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44" id="44"/>
            <p:cNvSpPr/>
            <p:nvPr/>
          </p:nvSpPr>
          <p:spPr>
            <a:xfrm flipH="false" flipV="false" rot="0">
              <a:off x="2649485"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45" id="45"/>
            <p:cNvSpPr/>
            <p:nvPr/>
          </p:nvSpPr>
          <p:spPr>
            <a:xfrm flipH="false" flipV="false" rot="0">
              <a:off x="3534411"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46" id="46"/>
            <p:cNvSpPr/>
            <p:nvPr/>
          </p:nvSpPr>
          <p:spPr>
            <a:xfrm flipH="false" flipV="false" rot="0">
              <a:off x="3534411" y="2059430"/>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2"/>
              <a:stretch>
                <a:fillRect l="-57765" t="-20857" r="-57765" b="-20857"/>
              </a:stretch>
            </a:blipFill>
          </p:spPr>
        </p:sp>
        <p:sp>
          <p:nvSpPr>
            <p:cNvPr name="Freeform 47" id="47"/>
            <p:cNvSpPr/>
            <p:nvPr/>
          </p:nvSpPr>
          <p:spPr>
            <a:xfrm flipH="false" flipV="false" rot="0">
              <a:off x="4419338"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48" id="48"/>
            <p:cNvSpPr/>
            <p:nvPr/>
          </p:nvSpPr>
          <p:spPr>
            <a:xfrm flipH="false" flipV="false" rot="0">
              <a:off x="4419338" y="2059430"/>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2"/>
              <a:stretch>
                <a:fillRect l="-57765" t="-20857" r="-57765" b="-20857"/>
              </a:stretch>
            </a:blipFill>
          </p:spPr>
        </p:sp>
        <p:sp>
          <p:nvSpPr>
            <p:cNvPr name="Freeform 49" id="49"/>
            <p:cNvSpPr/>
            <p:nvPr/>
          </p:nvSpPr>
          <p:spPr>
            <a:xfrm flipH="false" flipV="false" rot="0">
              <a:off x="5300484"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50" id="50"/>
            <p:cNvSpPr/>
            <p:nvPr/>
          </p:nvSpPr>
          <p:spPr>
            <a:xfrm flipH="false" flipV="false" rot="0">
              <a:off x="4419338"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51" id="51"/>
            <p:cNvSpPr/>
            <p:nvPr/>
          </p:nvSpPr>
          <p:spPr>
            <a:xfrm flipH="false" flipV="false" rot="0">
              <a:off x="5300484"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52" id="52"/>
            <p:cNvSpPr/>
            <p:nvPr/>
          </p:nvSpPr>
          <p:spPr>
            <a:xfrm flipH="false" flipV="false" rot="0">
              <a:off x="5300484" y="2059430"/>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2"/>
              <a:stretch>
                <a:fillRect l="-57765" t="-20857" r="-57765" b="-20857"/>
              </a:stretch>
            </a:blipFill>
          </p:spPr>
        </p:sp>
        <p:sp>
          <p:nvSpPr>
            <p:cNvPr name="Freeform 53" id="53"/>
            <p:cNvSpPr/>
            <p:nvPr/>
          </p:nvSpPr>
          <p:spPr>
            <a:xfrm flipH="false" flipV="false" rot="0">
              <a:off x="6181630"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2"/>
              <a:stretch>
                <a:fillRect l="-57765" t="-20857" r="-57765" b="-20857"/>
              </a:stretch>
            </a:blipFill>
          </p:spPr>
        </p:sp>
        <p:sp>
          <p:nvSpPr>
            <p:cNvPr name="Freeform 54" id="54"/>
            <p:cNvSpPr/>
            <p:nvPr/>
          </p:nvSpPr>
          <p:spPr>
            <a:xfrm flipH="false" flipV="false" rot="0">
              <a:off x="1766073"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55" id="55"/>
            <p:cNvSpPr/>
            <p:nvPr/>
          </p:nvSpPr>
          <p:spPr>
            <a:xfrm flipH="false" flipV="false" rot="0">
              <a:off x="882661"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56" id="56"/>
            <p:cNvSpPr/>
            <p:nvPr/>
          </p:nvSpPr>
          <p:spPr>
            <a:xfrm flipH="false" flipV="false" rot="0">
              <a:off x="882661" y="2087744"/>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57" id="57"/>
            <p:cNvSpPr/>
            <p:nvPr/>
          </p:nvSpPr>
          <p:spPr>
            <a:xfrm flipH="false" flipV="false" rot="0">
              <a:off x="882661"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58" id="58"/>
            <p:cNvSpPr/>
            <p:nvPr/>
          </p:nvSpPr>
          <p:spPr>
            <a:xfrm flipH="false" flipV="false" rot="0">
              <a:off x="882661"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59" id="59"/>
            <p:cNvSpPr/>
            <p:nvPr/>
          </p:nvSpPr>
          <p:spPr>
            <a:xfrm flipH="false" flipV="false" rot="0">
              <a:off x="0" y="39257"/>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60" id="60"/>
            <p:cNvSpPr/>
            <p:nvPr/>
          </p:nvSpPr>
          <p:spPr>
            <a:xfrm flipH="false" flipV="false" rot="0">
              <a:off x="0" y="2087744"/>
              <a:ext cx="1146862" cy="1234045"/>
            </a:xfrm>
            <a:custGeom>
              <a:avLst/>
              <a:gdLst/>
              <a:ahLst/>
              <a:cxnLst/>
              <a:rect r="r" b="b" t="t" l="l"/>
              <a:pathLst>
                <a:path h="1234045" w="1146862">
                  <a:moveTo>
                    <a:pt x="0" y="0"/>
                  </a:moveTo>
                  <a:lnTo>
                    <a:pt x="1146862" y="0"/>
                  </a:lnTo>
                  <a:lnTo>
                    <a:pt x="1146862" y="1234044"/>
                  </a:lnTo>
                  <a:lnTo>
                    <a:pt x="0" y="1234044"/>
                  </a:lnTo>
                  <a:lnTo>
                    <a:pt x="0" y="0"/>
                  </a:lnTo>
                  <a:close/>
                </a:path>
              </a:pathLst>
            </a:custGeom>
            <a:blipFill>
              <a:blip r:embed="rId3"/>
              <a:stretch>
                <a:fillRect l="-57765" t="-20857" r="-57765" b="-20857"/>
              </a:stretch>
            </a:blipFill>
          </p:spPr>
        </p:sp>
        <p:sp>
          <p:nvSpPr>
            <p:cNvPr name="Freeform 61" id="61"/>
            <p:cNvSpPr/>
            <p:nvPr/>
          </p:nvSpPr>
          <p:spPr>
            <a:xfrm flipH="false" flipV="false" rot="0">
              <a:off x="0" y="1028596"/>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sp>
          <p:nvSpPr>
            <p:cNvPr name="Freeform 62" id="62"/>
            <p:cNvSpPr/>
            <p:nvPr/>
          </p:nvSpPr>
          <p:spPr>
            <a:xfrm flipH="false" flipV="false" rot="0">
              <a:off x="0" y="3077083"/>
              <a:ext cx="1146862" cy="1234045"/>
            </a:xfrm>
            <a:custGeom>
              <a:avLst/>
              <a:gdLst/>
              <a:ahLst/>
              <a:cxnLst/>
              <a:rect r="r" b="b" t="t" l="l"/>
              <a:pathLst>
                <a:path h="1234045" w="1146862">
                  <a:moveTo>
                    <a:pt x="0" y="0"/>
                  </a:moveTo>
                  <a:lnTo>
                    <a:pt x="1146862" y="0"/>
                  </a:lnTo>
                  <a:lnTo>
                    <a:pt x="1146862" y="1234045"/>
                  </a:lnTo>
                  <a:lnTo>
                    <a:pt x="0" y="1234045"/>
                  </a:lnTo>
                  <a:lnTo>
                    <a:pt x="0" y="0"/>
                  </a:lnTo>
                  <a:close/>
                </a:path>
              </a:pathLst>
            </a:custGeom>
            <a:blipFill>
              <a:blip r:embed="rId3"/>
              <a:stretch>
                <a:fillRect l="-57765" t="-20857" r="-57765" b="-20857"/>
              </a:stretch>
            </a:blipFill>
          </p:spPr>
        </p:sp>
      </p:grpSp>
      <p:sp>
        <p:nvSpPr>
          <p:cNvPr name="TextBox 63" id="63"/>
          <p:cNvSpPr txBox="true"/>
          <p:nvPr/>
        </p:nvSpPr>
        <p:spPr>
          <a:xfrm rot="0">
            <a:off x="1028700" y="5108649"/>
            <a:ext cx="1311113" cy="1292861"/>
          </a:xfrm>
          <a:prstGeom prst="rect">
            <a:avLst/>
          </a:prstGeom>
        </p:spPr>
        <p:txBody>
          <a:bodyPr anchor="t" rtlCol="false" tIns="0" lIns="0" bIns="0" rIns="0">
            <a:spAutoFit/>
          </a:bodyPr>
          <a:lstStyle/>
          <a:p>
            <a:pPr algn="l" marL="0" indent="0" lvl="0">
              <a:lnSpc>
                <a:spcPts val="9020"/>
              </a:lnSpc>
            </a:pPr>
            <a:r>
              <a:rPr lang="en-US" b="true" sz="11000" spc="-330">
                <a:solidFill>
                  <a:srgbClr val="000000"/>
                </a:solidFill>
                <a:latin typeface="Inter 2 Bold"/>
                <a:ea typeface="Inter 2 Bold"/>
                <a:cs typeface="Inter 2 Bold"/>
                <a:sym typeface="Inter 2 Bold"/>
              </a:rPr>
              <a:t>11</a:t>
            </a:r>
          </a:p>
        </p:txBody>
      </p:sp>
      <p:sp>
        <p:nvSpPr>
          <p:cNvPr name="TextBox 64" id="64"/>
          <p:cNvSpPr txBox="true"/>
          <p:nvPr/>
        </p:nvSpPr>
        <p:spPr>
          <a:xfrm rot="0">
            <a:off x="1028700" y="6412866"/>
            <a:ext cx="2049821" cy="1522729"/>
          </a:xfrm>
          <a:prstGeom prst="rect">
            <a:avLst/>
          </a:prstGeom>
        </p:spPr>
        <p:txBody>
          <a:bodyPr anchor="t" rtlCol="false" tIns="0" lIns="0" bIns="0" rIns="0">
            <a:spAutoFit/>
          </a:bodyPr>
          <a:lstStyle/>
          <a:p>
            <a:pPr algn="l" marL="0" indent="0" lvl="0">
              <a:lnSpc>
                <a:spcPts val="10659"/>
              </a:lnSpc>
            </a:pPr>
            <a:r>
              <a:rPr lang="en-US" b="true" sz="12999" spc="-389">
                <a:solidFill>
                  <a:srgbClr val="000000"/>
                </a:solidFill>
                <a:latin typeface="Inter 2 Bold"/>
                <a:ea typeface="Inter 2 Bold"/>
                <a:cs typeface="Inter 2 Bold"/>
                <a:sym typeface="Inter 2 Bold"/>
              </a:rPr>
              <a:t>52</a:t>
            </a:r>
          </a:p>
        </p:txBody>
      </p:sp>
      <p:sp>
        <p:nvSpPr>
          <p:cNvPr name="TextBox 65" id="65"/>
          <p:cNvSpPr txBox="true"/>
          <p:nvPr/>
        </p:nvSpPr>
        <p:spPr>
          <a:xfrm rot="0">
            <a:off x="2271450" y="5518621"/>
            <a:ext cx="612080" cy="655955"/>
          </a:xfrm>
          <a:prstGeom prst="rect">
            <a:avLst/>
          </a:prstGeom>
        </p:spPr>
        <p:txBody>
          <a:bodyPr anchor="t" rtlCol="false" tIns="0" lIns="0" bIns="0" rIns="0">
            <a:spAutoFit/>
          </a:bodyPr>
          <a:lstStyle/>
          <a:p>
            <a:pPr algn="l" marL="0" indent="0" lvl="0">
              <a:lnSpc>
                <a:spcPts val="4509"/>
              </a:lnSpc>
            </a:pPr>
            <a:r>
              <a:rPr lang="en-US" b="true" sz="5499" spc="-164">
                <a:solidFill>
                  <a:srgbClr val="000000"/>
                </a:solidFill>
                <a:latin typeface="Inter 2 Bold"/>
                <a:ea typeface="Inter 2 Bold"/>
                <a:cs typeface="Inter 2 Bold"/>
                <a:sym typeface="Inter 2 Bold"/>
              </a:rPr>
              <a:t>in</a:t>
            </a:r>
          </a:p>
        </p:txBody>
      </p:sp>
      <p:sp>
        <p:nvSpPr>
          <p:cNvPr name="TextBox 66" id="66"/>
          <p:cNvSpPr txBox="true"/>
          <p:nvPr/>
        </p:nvSpPr>
        <p:spPr>
          <a:xfrm rot="0">
            <a:off x="3295305" y="4851708"/>
            <a:ext cx="5025296" cy="2825750"/>
          </a:xfrm>
          <a:prstGeom prst="rect">
            <a:avLst/>
          </a:prstGeom>
        </p:spPr>
        <p:txBody>
          <a:bodyPr anchor="t" rtlCol="false" tIns="0" lIns="0" bIns="0" rIns="0">
            <a:spAutoFit/>
          </a:bodyPr>
          <a:lstStyle/>
          <a:p>
            <a:pPr algn="l" marL="0" indent="0" lvl="0">
              <a:lnSpc>
                <a:spcPts val="5499"/>
              </a:lnSpc>
            </a:pPr>
            <a:r>
              <a:rPr lang="en-US" sz="5499" spc="-164">
                <a:solidFill>
                  <a:srgbClr val="000000"/>
                </a:solidFill>
                <a:latin typeface="Inter 2"/>
                <a:ea typeface="Inter 2"/>
                <a:cs typeface="Inter 2"/>
                <a:sym typeface="Inter 2"/>
              </a:rPr>
              <a:t>chickens are</a:t>
            </a:r>
            <a:r>
              <a:rPr lang="en-US" b="true" sz="5499" spc="-164">
                <a:solidFill>
                  <a:srgbClr val="000000"/>
                </a:solidFill>
                <a:latin typeface="Inter 2 Bold"/>
                <a:ea typeface="Inter 2 Bold"/>
                <a:cs typeface="Inter 2 Bold"/>
                <a:sym typeface="Inter 2 Bold"/>
              </a:rPr>
              <a:t> contaminated </a:t>
            </a:r>
            <a:r>
              <a:rPr lang="en-US" sz="5499" spc="-164">
                <a:solidFill>
                  <a:srgbClr val="000000"/>
                </a:solidFill>
                <a:latin typeface="Inter 2"/>
                <a:ea typeface="Inter 2"/>
                <a:cs typeface="Inter 2"/>
                <a:sym typeface="Inter 2"/>
              </a:rPr>
              <a:t>with</a:t>
            </a:r>
            <a:r>
              <a:rPr lang="en-US" b="true" sz="5499" spc="-164">
                <a:solidFill>
                  <a:srgbClr val="000000"/>
                </a:solidFill>
                <a:latin typeface="Inter 2 Bold"/>
                <a:ea typeface="Inter 2 Bold"/>
                <a:cs typeface="Inter 2 Bold"/>
                <a:sym typeface="Inter 2 Bold"/>
              </a:rPr>
              <a:t> </a:t>
            </a:r>
            <a:r>
              <a:rPr lang="en-US" b="true" sz="5499" i="true" spc="-164">
                <a:solidFill>
                  <a:srgbClr val="000000"/>
                </a:solidFill>
                <a:latin typeface="Inter 2 Bold Italics"/>
                <a:ea typeface="Inter 2 Bold Italics"/>
                <a:cs typeface="Inter 2 Bold Italics"/>
                <a:sym typeface="Inter 2 Bold Italics"/>
              </a:rPr>
              <a:t>Salmonella </a:t>
            </a:r>
            <a:r>
              <a:rPr lang="en-US" b="true" sz="5499" spc="-164">
                <a:solidFill>
                  <a:srgbClr val="000000"/>
                </a:solidFill>
                <a:latin typeface="Inter 2 Bold"/>
                <a:ea typeface="Inter 2 Bold"/>
                <a:cs typeface="Inter 2 Bold"/>
                <a:sym typeface="Inter 2 Bold"/>
              </a:rPr>
              <a:t>in XXXXX</a:t>
            </a:r>
          </a:p>
        </p:txBody>
      </p:sp>
      <p:sp>
        <p:nvSpPr>
          <p:cNvPr name="TextBox 67" id="67"/>
          <p:cNvSpPr txBox="true"/>
          <p:nvPr/>
        </p:nvSpPr>
        <p:spPr>
          <a:xfrm rot="0">
            <a:off x="13316906" y="4718358"/>
            <a:ext cx="3965486" cy="219265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 Culis ex massa et mauris. Phasellus semper hendrerit tempus. </a:t>
            </a:r>
          </a:p>
        </p:txBody>
      </p:sp>
      <p:sp>
        <p:nvSpPr>
          <p:cNvPr name="TextBox 68" id="68"/>
          <p:cNvSpPr txBox="true"/>
          <p:nvPr/>
        </p:nvSpPr>
        <p:spPr>
          <a:xfrm rot="0">
            <a:off x="9144000" y="7134542"/>
            <a:ext cx="3965486"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69" id="69"/>
          <p:cNvSpPr txBox="true"/>
          <p:nvPr/>
        </p:nvSpPr>
        <p:spPr>
          <a:xfrm rot="0">
            <a:off x="9144000" y="4695127"/>
            <a:ext cx="3965486" cy="219265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 Culis ex massa et mauris. Phasellus semper hendrerit tempus. </a:t>
            </a:r>
          </a:p>
        </p:txBody>
      </p:sp>
      <p:grpSp>
        <p:nvGrpSpPr>
          <p:cNvPr name="Group 70" id="70"/>
          <p:cNvGrpSpPr/>
          <p:nvPr/>
        </p:nvGrpSpPr>
        <p:grpSpPr>
          <a:xfrm rot="0">
            <a:off x="0" y="9279572"/>
            <a:ext cx="18288000" cy="1028700"/>
            <a:chOff x="0" y="0"/>
            <a:chExt cx="4816593" cy="270933"/>
          </a:xfrm>
        </p:grpSpPr>
        <p:sp>
          <p:nvSpPr>
            <p:cNvPr name="Freeform 71" id="71"/>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000000"/>
            </a:solidFill>
          </p:spPr>
        </p:sp>
        <p:sp>
          <p:nvSpPr>
            <p:cNvPr name="TextBox 72" id="72"/>
            <p:cNvSpPr txBox="true"/>
            <p:nvPr/>
          </p:nvSpPr>
          <p:spPr>
            <a:xfrm>
              <a:off x="0" y="47625"/>
              <a:ext cx="4816593" cy="223308"/>
            </a:xfrm>
            <a:prstGeom prst="rect">
              <a:avLst/>
            </a:prstGeom>
          </p:spPr>
          <p:txBody>
            <a:bodyPr anchor="ctr" rtlCol="false" tIns="50800" lIns="50800" bIns="50800" rIns="50800"/>
            <a:lstStyle/>
            <a:p>
              <a:pPr algn="ctr">
                <a:lnSpc>
                  <a:spcPts val="1674"/>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17878" y="6631026"/>
            <a:ext cx="8058931" cy="6933997"/>
            <a:chOff x="0" y="0"/>
            <a:chExt cx="10745242" cy="9245329"/>
          </a:xfrm>
        </p:grpSpPr>
        <p:grpSp>
          <p:nvGrpSpPr>
            <p:cNvPr name="Group 3" id="3"/>
            <p:cNvGrpSpPr/>
            <p:nvPr/>
          </p:nvGrpSpPr>
          <p:grpSpPr>
            <a:xfrm rot="0">
              <a:off x="185705" y="2039514"/>
              <a:ext cx="9989537" cy="7205815"/>
              <a:chOff x="0" y="0"/>
              <a:chExt cx="1973242" cy="1423371"/>
            </a:xfrm>
          </p:grpSpPr>
          <p:sp>
            <p:nvSpPr>
              <p:cNvPr name="Freeform 4" id="4"/>
              <p:cNvSpPr/>
              <p:nvPr/>
            </p:nvSpPr>
            <p:spPr>
              <a:xfrm flipH="false" flipV="false" rot="0">
                <a:off x="0" y="0"/>
                <a:ext cx="1973242" cy="1423371"/>
              </a:xfrm>
              <a:custGeom>
                <a:avLst/>
                <a:gdLst/>
                <a:ahLst/>
                <a:cxnLst/>
                <a:rect r="r" b="b" t="t" l="l"/>
                <a:pathLst>
                  <a:path h="1423371" w="1973242">
                    <a:moveTo>
                      <a:pt x="0" y="0"/>
                    </a:moveTo>
                    <a:lnTo>
                      <a:pt x="1973242" y="0"/>
                    </a:lnTo>
                    <a:lnTo>
                      <a:pt x="1973242" y="1423371"/>
                    </a:lnTo>
                    <a:lnTo>
                      <a:pt x="0" y="1423371"/>
                    </a:lnTo>
                    <a:close/>
                  </a:path>
                </a:pathLst>
              </a:custGeom>
              <a:solidFill>
                <a:srgbClr val="000000"/>
              </a:solidFill>
            </p:spPr>
          </p:sp>
          <p:sp>
            <p:nvSpPr>
              <p:cNvPr name="TextBox 5" id="5"/>
              <p:cNvSpPr txBox="true"/>
              <p:nvPr/>
            </p:nvSpPr>
            <p:spPr>
              <a:xfrm>
                <a:off x="0" y="47625"/>
                <a:ext cx="1973242" cy="1375746"/>
              </a:xfrm>
              <a:prstGeom prst="rect">
                <a:avLst/>
              </a:prstGeom>
            </p:spPr>
            <p:txBody>
              <a:bodyPr anchor="ctr" rtlCol="false" tIns="50800" lIns="50800" bIns="50800" rIns="50800"/>
              <a:lstStyle/>
              <a:p>
                <a:pPr algn="ctr">
                  <a:lnSpc>
                    <a:spcPts val="1674"/>
                  </a:lnSpc>
                </a:pPr>
              </a:p>
            </p:txBody>
          </p:sp>
        </p:grpSp>
        <p:grpSp>
          <p:nvGrpSpPr>
            <p:cNvPr name="Group 6" id="6"/>
            <p:cNvGrpSpPr/>
            <p:nvPr/>
          </p:nvGrpSpPr>
          <p:grpSpPr>
            <a:xfrm rot="0">
              <a:off x="9929249" y="1950614"/>
              <a:ext cx="245992" cy="7205815"/>
              <a:chOff x="0" y="0"/>
              <a:chExt cx="48591" cy="1423371"/>
            </a:xfrm>
          </p:grpSpPr>
          <p:sp>
            <p:nvSpPr>
              <p:cNvPr name="Freeform 7" id="7"/>
              <p:cNvSpPr/>
              <p:nvPr/>
            </p:nvSpPr>
            <p:spPr>
              <a:xfrm flipH="false" flipV="false" rot="0">
                <a:off x="0" y="0"/>
                <a:ext cx="48591" cy="1423371"/>
              </a:xfrm>
              <a:custGeom>
                <a:avLst/>
                <a:gdLst/>
                <a:ahLst/>
                <a:cxnLst/>
                <a:rect r="r" b="b" t="t" l="l"/>
                <a:pathLst>
                  <a:path h="1423371" w="48591">
                    <a:moveTo>
                      <a:pt x="0" y="0"/>
                    </a:moveTo>
                    <a:lnTo>
                      <a:pt x="48591" y="0"/>
                    </a:lnTo>
                    <a:lnTo>
                      <a:pt x="48591" y="1423371"/>
                    </a:lnTo>
                    <a:lnTo>
                      <a:pt x="0" y="1423371"/>
                    </a:lnTo>
                    <a:close/>
                  </a:path>
                </a:pathLst>
              </a:custGeom>
              <a:solidFill>
                <a:srgbClr val="000000"/>
              </a:solidFill>
            </p:spPr>
          </p:sp>
          <p:sp>
            <p:nvSpPr>
              <p:cNvPr name="TextBox 8" id="8"/>
              <p:cNvSpPr txBox="true"/>
              <p:nvPr/>
            </p:nvSpPr>
            <p:spPr>
              <a:xfrm>
                <a:off x="0" y="47625"/>
                <a:ext cx="48591" cy="1375746"/>
              </a:xfrm>
              <a:prstGeom prst="rect">
                <a:avLst/>
              </a:prstGeom>
            </p:spPr>
            <p:txBody>
              <a:bodyPr anchor="ctr" rtlCol="false" tIns="50800" lIns="50800" bIns="50800" rIns="50800"/>
              <a:lstStyle/>
              <a:p>
                <a:pPr algn="ctr">
                  <a:lnSpc>
                    <a:spcPts val="1674"/>
                  </a:lnSpc>
                </a:pPr>
              </a:p>
            </p:txBody>
          </p:sp>
        </p:grpSp>
        <p:sp>
          <p:nvSpPr>
            <p:cNvPr name="Freeform 9" id="9"/>
            <p:cNvSpPr/>
            <p:nvPr/>
          </p:nvSpPr>
          <p:spPr>
            <a:xfrm flipH="false" flipV="false" rot="0">
              <a:off x="0" y="0"/>
              <a:ext cx="10745242" cy="4096914"/>
            </a:xfrm>
            <a:custGeom>
              <a:avLst/>
              <a:gdLst/>
              <a:ahLst/>
              <a:cxnLst/>
              <a:rect r="r" b="b" t="t" l="l"/>
              <a:pathLst>
                <a:path h="4096914" w="10745242">
                  <a:moveTo>
                    <a:pt x="0" y="0"/>
                  </a:moveTo>
                  <a:lnTo>
                    <a:pt x="10745242" y="0"/>
                  </a:lnTo>
                  <a:lnTo>
                    <a:pt x="10745242" y="4096914"/>
                  </a:lnTo>
                  <a:lnTo>
                    <a:pt x="0" y="4096914"/>
                  </a:lnTo>
                  <a:lnTo>
                    <a:pt x="0" y="0"/>
                  </a:lnTo>
                  <a:close/>
                </a:path>
              </a:pathLst>
            </a:custGeom>
            <a:blipFill>
              <a:blip r:embed="rId2"/>
              <a:stretch>
                <a:fillRect l="-19143" t="-82555" r="-21089" b="-5020"/>
              </a:stretch>
            </a:blipFill>
          </p:spPr>
        </p:sp>
      </p:grpSp>
      <p:grpSp>
        <p:nvGrpSpPr>
          <p:cNvPr name="Group 10" id="10"/>
          <p:cNvGrpSpPr/>
          <p:nvPr/>
        </p:nvGrpSpPr>
        <p:grpSpPr>
          <a:xfrm rot="0">
            <a:off x="9445810" y="3164027"/>
            <a:ext cx="8058931" cy="7264894"/>
            <a:chOff x="0" y="0"/>
            <a:chExt cx="10745242" cy="9686526"/>
          </a:xfrm>
        </p:grpSpPr>
        <p:grpSp>
          <p:nvGrpSpPr>
            <p:cNvPr name="Group 11" id="11"/>
            <p:cNvGrpSpPr/>
            <p:nvPr/>
          </p:nvGrpSpPr>
          <p:grpSpPr>
            <a:xfrm rot="0">
              <a:off x="185705" y="2136842"/>
              <a:ext cx="9989537" cy="7549684"/>
              <a:chOff x="0" y="0"/>
              <a:chExt cx="1973242" cy="1491296"/>
            </a:xfrm>
          </p:grpSpPr>
          <p:sp>
            <p:nvSpPr>
              <p:cNvPr name="Freeform 12" id="12"/>
              <p:cNvSpPr/>
              <p:nvPr/>
            </p:nvSpPr>
            <p:spPr>
              <a:xfrm flipH="false" flipV="false" rot="0">
                <a:off x="0" y="0"/>
                <a:ext cx="1973242" cy="1491296"/>
              </a:xfrm>
              <a:custGeom>
                <a:avLst/>
                <a:gdLst/>
                <a:ahLst/>
                <a:cxnLst/>
                <a:rect r="r" b="b" t="t" l="l"/>
                <a:pathLst>
                  <a:path h="1491296" w="1973242">
                    <a:moveTo>
                      <a:pt x="0" y="0"/>
                    </a:moveTo>
                    <a:lnTo>
                      <a:pt x="1973242" y="0"/>
                    </a:lnTo>
                    <a:lnTo>
                      <a:pt x="1973242" y="1491296"/>
                    </a:lnTo>
                    <a:lnTo>
                      <a:pt x="0" y="1491296"/>
                    </a:lnTo>
                    <a:close/>
                  </a:path>
                </a:pathLst>
              </a:custGeom>
              <a:solidFill>
                <a:srgbClr val="000000"/>
              </a:solidFill>
            </p:spPr>
          </p:sp>
          <p:sp>
            <p:nvSpPr>
              <p:cNvPr name="TextBox 13" id="13"/>
              <p:cNvSpPr txBox="true"/>
              <p:nvPr/>
            </p:nvSpPr>
            <p:spPr>
              <a:xfrm>
                <a:off x="0" y="47625"/>
                <a:ext cx="1973242" cy="1443671"/>
              </a:xfrm>
              <a:prstGeom prst="rect">
                <a:avLst/>
              </a:prstGeom>
            </p:spPr>
            <p:txBody>
              <a:bodyPr anchor="ctr" rtlCol="false" tIns="50800" lIns="50800" bIns="50800" rIns="50800"/>
              <a:lstStyle/>
              <a:p>
                <a:pPr algn="ctr">
                  <a:lnSpc>
                    <a:spcPts val="1674"/>
                  </a:lnSpc>
                </a:pPr>
              </a:p>
            </p:txBody>
          </p:sp>
        </p:grpSp>
        <p:grpSp>
          <p:nvGrpSpPr>
            <p:cNvPr name="Group 14" id="14"/>
            <p:cNvGrpSpPr/>
            <p:nvPr/>
          </p:nvGrpSpPr>
          <p:grpSpPr>
            <a:xfrm rot="0">
              <a:off x="9929249" y="2043699"/>
              <a:ext cx="245992" cy="7549684"/>
              <a:chOff x="0" y="0"/>
              <a:chExt cx="48591" cy="1491296"/>
            </a:xfrm>
          </p:grpSpPr>
          <p:sp>
            <p:nvSpPr>
              <p:cNvPr name="Freeform 15" id="15"/>
              <p:cNvSpPr/>
              <p:nvPr/>
            </p:nvSpPr>
            <p:spPr>
              <a:xfrm flipH="false" flipV="false" rot="0">
                <a:off x="0" y="0"/>
                <a:ext cx="48591" cy="1491296"/>
              </a:xfrm>
              <a:custGeom>
                <a:avLst/>
                <a:gdLst/>
                <a:ahLst/>
                <a:cxnLst/>
                <a:rect r="r" b="b" t="t" l="l"/>
                <a:pathLst>
                  <a:path h="1491296" w="48591">
                    <a:moveTo>
                      <a:pt x="0" y="0"/>
                    </a:moveTo>
                    <a:lnTo>
                      <a:pt x="48591" y="0"/>
                    </a:lnTo>
                    <a:lnTo>
                      <a:pt x="48591" y="1491296"/>
                    </a:lnTo>
                    <a:lnTo>
                      <a:pt x="0" y="1491296"/>
                    </a:lnTo>
                    <a:close/>
                  </a:path>
                </a:pathLst>
              </a:custGeom>
              <a:solidFill>
                <a:srgbClr val="000000"/>
              </a:solidFill>
            </p:spPr>
          </p:sp>
          <p:sp>
            <p:nvSpPr>
              <p:cNvPr name="TextBox 16" id="16"/>
              <p:cNvSpPr txBox="true"/>
              <p:nvPr/>
            </p:nvSpPr>
            <p:spPr>
              <a:xfrm>
                <a:off x="0" y="47625"/>
                <a:ext cx="48591" cy="1443671"/>
              </a:xfrm>
              <a:prstGeom prst="rect">
                <a:avLst/>
              </a:prstGeom>
            </p:spPr>
            <p:txBody>
              <a:bodyPr anchor="ctr" rtlCol="false" tIns="50800" lIns="50800" bIns="50800" rIns="50800"/>
              <a:lstStyle/>
              <a:p>
                <a:pPr algn="ctr">
                  <a:lnSpc>
                    <a:spcPts val="1674"/>
                  </a:lnSpc>
                </a:pPr>
              </a:p>
            </p:txBody>
          </p:sp>
        </p:grpSp>
        <p:sp>
          <p:nvSpPr>
            <p:cNvPr name="Freeform 17" id="17"/>
            <p:cNvSpPr/>
            <p:nvPr/>
          </p:nvSpPr>
          <p:spPr>
            <a:xfrm flipH="false" flipV="false" rot="0">
              <a:off x="0" y="0"/>
              <a:ext cx="10745242" cy="4292423"/>
            </a:xfrm>
            <a:custGeom>
              <a:avLst/>
              <a:gdLst/>
              <a:ahLst/>
              <a:cxnLst/>
              <a:rect r="r" b="b" t="t" l="l"/>
              <a:pathLst>
                <a:path h="4292423" w="10745242">
                  <a:moveTo>
                    <a:pt x="0" y="0"/>
                  </a:moveTo>
                  <a:lnTo>
                    <a:pt x="10745242" y="0"/>
                  </a:lnTo>
                  <a:lnTo>
                    <a:pt x="10745242" y="4292423"/>
                  </a:lnTo>
                  <a:lnTo>
                    <a:pt x="0" y="4292423"/>
                  </a:lnTo>
                  <a:lnTo>
                    <a:pt x="0" y="0"/>
                  </a:lnTo>
                  <a:close/>
                </a:path>
              </a:pathLst>
            </a:custGeom>
            <a:blipFill>
              <a:blip r:embed="rId2"/>
              <a:stretch>
                <a:fillRect l="-19143" t="-76518" r="-21089" b="-2514"/>
              </a:stretch>
            </a:blipFill>
          </p:spPr>
        </p:sp>
      </p:grpSp>
      <p:grpSp>
        <p:nvGrpSpPr>
          <p:cNvPr name="Group 18" id="18"/>
          <p:cNvGrpSpPr/>
          <p:nvPr/>
        </p:nvGrpSpPr>
        <p:grpSpPr>
          <a:xfrm rot="0">
            <a:off x="5192977" y="7107276"/>
            <a:ext cx="8058931" cy="6933997"/>
            <a:chOff x="0" y="0"/>
            <a:chExt cx="10745242" cy="9245329"/>
          </a:xfrm>
        </p:grpSpPr>
        <p:grpSp>
          <p:nvGrpSpPr>
            <p:cNvPr name="Group 19" id="19"/>
            <p:cNvGrpSpPr/>
            <p:nvPr/>
          </p:nvGrpSpPr>
          <p:grpSpPr>
            <a:xfrm rot="0">
              <a:off x="185705" y="2039514"/>
              <a:ext cx="9989537" cy="7205815"/>
              <a:chOff x="0" y="0"/>
              <a:chExt cx="1973242" cy="1423371"/>
            </a:xfrm>
          </p:grpSpPr>
          <p:sp>
            <p:nvSpPr>
              <p:cNvPr name="Freeform 20" id="20"/>
              <p:cNvSpPr/>
              <p:nvPr/>
            </p:nvSpPr>
            <p:spPr>
              <a:xfrm flipH="false" flipV="false" rot="0">
                <a:off x="0" y="0"/>
                <a:ext cx="1973242" cy="1423371"/>
              </a:xfrm>
              <a:custGeom>
                <a:avLst/>
                <a:gdLst/>
                <a:ahLst/>
                <a:cxnLst/>
                <a:rect r="r" b="b" t="t" l="l"/>
                <a:pathLst>
                  <a:path h="1423371" w="1973242">
                    <a:moveTo>
                      <a:pt x="0" y="0"/>
                    </a:moveTo>
                    <a:lnTo>
                      <a:pt x="1973242" y="0"/>
                    </a:lnTo>
                    <a:lnTo>
                      <a:pt x="1973242" y="1423371"/>
                    </a:lnTo>
                    <a:lnTo>
                      <a:pt x="0" y="1423371"/>
                    </a:lnTo>
                    <a:close/>
                  </a:path>
                </a:pathLst>
              </a:custGeom>
              <a:solidFill>
                <a:srgbClr val="000000"/>
              </a:solidFill>
            </p:spPr>
          </p:sp>
          <p:sp>
            <p:nvSpPr>
              <p:cNvPr name="TextBox 21" id="21"/>
              <p:cNvSpPr txBox="true"/>
              <p:nvPr/>
            </p:nvSpPr>
            <p:spPr>
              <a:xfrm>
                <a:off x="0" y="47625"/>
                <a:ext cx="1973242" cy="1375746"/>
              </a:xfrm>
              <a:prstGeom prst="rect">
                <a:avLst/>
              </a:prstGeom>
            </p:spPr>
            <p:txBody>
              <a:bodyPr anchor="ctr" rtlCol="false" tIns="50800" lIns="50800" bIns="50800" rIns="50800"/>
              <a:lstStyle/>
              <a:p>
                <a:pPr algn="ctr">
                  <a:lnSpc>
                    <a:spcPts val="1674"/>
                  </a:lnSpc>
                </a:pPr>
              </a:p>
            </p:txBody>
          </p:sp>
        </p:grpSp>
        <p:grpSp>
          <p:nvGrpSpPr>
            <p:cNvPr name="Group 22" id="22"/>
            <p:cNvGrpSpPr/>
            <p:nvPr/>
          </p:nvGrpSpPr>
          <p:grpSpPr>
            <a:xfrm rot="0">
              <a:off x="9929249" y="1950614"/>
              <a:ext cx="245992" cy="7205815"/>
              <a:chOff x="0" y="0"/>
              <a:chExt cx="48591" cy="1423371"/>
            </a:xfrm>
          </p:grpSpPr>
          <p:sp>
            <p:nvSpPr>
              <p:cNvPr name="Freeform 23" id="23"/>
              <p:cNvSpPr/>
              <p:nvPr/>
            </p:nvSpPr>
            <p:spPr>
              <a:xfrm flipH="false" flipV="false" rot="0">
                <a:off x="0" y="0"/>
                <a:ext cx="48591" cy="1423371"/>
              </a:xfrm>
              <a:custGeom>
                <a:avLst/>
                <a:gdLst/>
                <a:ahLst/>
                <a:cxnLst/>
                <a:rect r="r" b="b" t="t" l="l"/>
                <a:pathLst>
                  <a:path h="1423371" w="48591">
                    <a:moveTo>
                      <a:pt x="0" y="0"/>
                    </a:moveTo>
                    <a:lnTo>
                      <a:pt x="48591" y="0"/>
                    </a:lnTo>
                    <a:lnTo>
                      <a:pt x="48591" y="1423371"/>
                    </a:lnTo>
                    <a:lnTo>
                      <a:pt x="0" y="1423371"/>
                    </a:lnTo>
                    <a:close/>
                  </a:path>
                </a:pathLst>
              </a:custGeom>
              <a:solidFill>
                <a:srgbClr val="000000"/>
              </a:solidFill>
            </p:spPr>
          </p:sp>
          <p:sp>
            <p:nvSpPr>
              <p:cNvPr name="TextBox 24" id="24"/>
              <p:cNvSpPr txBox="true"/>
              <p:nvPr/>
            </p:nvSpPr>
            <p:spPr>
              <a:xfrm>
                <a:off x="0" y="47625"/>
                <a:ext cx="48591" cy="1375746"/>
              </a:xfrm>
              <a:prstGeom prst="rect">
                <a:avLst/>
              </a:prstGeom>
            </p:spPr>
            <p:txBody>
              <a:bodyPr anchor="ctr" rtlCol="false" tIns="50800" lIns="50800" bIns="50800" rIns="50800"/>
              <a:lstStyle/>
              <a:p>
                <a:pPr algn="ctr">
                  <a:lnSpc>
                    <a:spcPts val="1674"/>
                  </a:lnSpc>
                </a:pPr>
              </a:p>
            </p:txBody>
          </p:sp>
        </p:grpSp>
        <p:sp>
          <p:nvSpPr>
            <p:cNvPr name="Freeform 25" id="25"/>
            <p:cNvSpPr/>
            <p:nvPr/>
          </p:nvSpPr>
          <p:spPr>
            <a:xfrm flipH="false" flipV="false" rot="0">
              <a:off x="0" y="0"/>
              <a:ext cx="10745242" cy="4096914"/>
            </a:xfrm>
            <a:custGeom>
              <a:avLst/>
              <a:gdLst/>
              <a:ahLst/>
              <a:cxnLst/>
              <a:rect r="r" b="b" t="t" l="l"/>
              <a:pathLst>
                <a:path h="4096914" w="10745242">
                  <a:moveTo>
                    <a:pt x="0" y="0"/>
                  </a:moveTo>
                  <a:lnTo>
                    <a:pt x="10745242" y="0"/>
                  </a:lnTo>
                  <a:lnTo>
                    <a:pt x="10745242" y="4096914"/>
                  </a:lnTo>
                  <a:lnTo>
                    <a:pt x="0" y="4096914"/>
                  </a:lnTo>
                  <a:lnTo>
                    <a:pt x="0" y="0"/>
                  </a:lnTo>
                  <a:close/>
                </a:path>
              </a:pathLst>
            </a:custGeom>
            <a:blipFill>
              <a:blip r:embed="rId2"/>
              <a:stretch>
                <a:fillRect l="-19143" t="-82555" r="-21089" b="-5020"/>
              </a:stretch>
            </a:blipFill>
          </p:spPr>
        </p:sp>
      </p:grpSp>
      <p:sp>
        <p:nvSpPr>
          <p:cNvPr name="Freeform 26" id="26"/>
          <p:cNvSpPr/>
          <p:nvPr/>
        </p:nvSpPr>
        <p:spPr>
          <a:xfrm flipH="false" flipV="false" rot="0">
            <a:off x="11249027" y="1028700"/>
            <a:ext cx="4164277" cy="4635282"/>
          </a:xfrm>
          <a:custGeom>
            <a:avLst/>
            <a:gdLst/>
            <a:ahLst/>
            <a:cxnLst/>
            <a:rect r="r" b="b" t="t" l="l"/>
            <a:pathLst>
              <a:path h="4635282" w="4164277">
                <a:moveTo>
                  <a:pt x="0" y="0"/>
                </a:moveTo>
                <a:lnTo>
                  <a:pt x="4164276" y="0"/>
                </a:lnTo>
                <a:lnTo>
                  <a:pt x="4164276" y="4635282"/>
                </a:lnTo>
                <a:lnTo>
                  <a:pt x="0" y="4635282"/>
                </a:lnTo>
                <a:lnTo>
                  <a:pt x="0" y="0"/>
                </a:lnTo>
                <a:close/>
              </a:path>
            </a:pathLst>
          </a:custGeom>
          <a:blipFill>
            <a:blip r:embed="rId3"/>
            <a:stretch>
              <a:fillRect l="-65064" t="0" r="-79361" b="-11990"/>
            </a:stretch>
          </a:blipFill>
        </p:spPr>
      </p:sp>
      <p:sp>
        <p:nvSpPr>
          <p:cNvPr name="TextBox 27" id="27"/>
          <p:cNvSpPr txBox="true"/>
          <p:nvPr/>
        </p:nvSpPr>
        <p:spPr>
          <a:xfrm rot="0">
            <a:off x="14071030" y="6083529"/>
            <a:ext cx="2684548" cy="2133219"/>
          </a:xfrm>
          <a:prstGeom prst="rect">
            <a:avLst/>
          </a:prstGeom>
        </p:spPr>
        <p:txBody>
          <a:bodyPr anchor="t" rtlCol="false" tIns="0" lIns="0" bIns="0" rIns="0">
            <a:spAutoFit/>
          </a:bodyPr>
          <a:lstStyle/>
          <a:p>
            <a:pPr algn="r">
              <a:lnSpc>
                <a:spcPts val="3348"/>
              </a:lnSpc>
            </a:pPr>
            <a:r>
              <a:rPr lang="en-US" b="true" sz="3600" spc="-107">
                <a:solidFill>
                  <a:srgbClr val="FFFFFF"/>
                </a:solidFill>
                <a:latin typeface="Inter 2 Bold"/>
                <a:ea typeface="Inter 2 Bold"/>
                <a:cs typeface="Inter 2 Bold"/>
                <a:sym typeface="Inter 2 Bold"/>
              </a:rPr>
              <a:t>50% OF BUYERS PRIORITIZE AUTHENTIC </a:t>
            </a:r>
          </a:p>
          <a:p>
            <a:pPr algn="r" marL="0" indent="0" lvl="0">
              <a:lnSpc>
                <a:spcPts val="3348"/>
              </a:lnSpc>
            </a:pPr>
            <a:r>
              <a:rPr lang="en-US" b="true" sz="3600" spc="-107">
                <a:solidFill>
                  <a:srgbClr val="FFFFFF"/>
                </a:solidFill>
                <a:latin typeface="Inter 2 Bold"/>
                <a:ea typeface="Inter 2 Bold"/>
                <a:cs typeface="Inter 2 Bold"/>
                <a:sym typeface="Inter 2 Bold"/>
              </a:rPr>
              <a:t>CONTENT.</a:t>
            </a:r>
          </a:p>
        </p:txBody>
      </p:sp>
      <p:sp>
        <p:nvSpPr>
          <p:cNvPr name="TextBox 28" id="28"/>
          <p:cNvSpPr txBox="true"/>
          <p:nvPr/>
        </p:nvSpPr>
        <p:spPr>
          <a:xfrm rot="0">
            <a:off x="6777611" y="1404074"/>
            <a:ext cx="246163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(02)</a:t>
            </a:r>
          </a:p>
        </p:txBody>
      </p:sp>
      <p:sp>
        <p:nvSpPr>
          <p:cNvPr name="TextBox 29" id="29"/>
          <p:cNvSpPr txBox="true"/>
          <p:nvPr/>
        </p:nvSpPr>
        <p:spPr>
          <a:xfrm rot="0">
            <a:off x="1028700"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30" id="30"/>
          <p:cNvSpPr txBox="true"/>
          <p:nvPr/>
        </p:nvSpPr>
        <p:spPr>
          <a:xfrm rot="0">
            <a:off x="1028700"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31" id="31"/>
          <p:cNvSpPr txBox="true"/>
          <p:nvPr/>
        </p:nvSpPr>
        <p:spPr>
          <a:xfrm rot="0">
            <a:off x="1013256" y="1700376"/>
            <a:ext cx="7933664" cy="2344421"/>
          </a:xfrm>
          <a:prstGeom prst="rect">
            <a:avLst/>
          </a:prstGeom>
        </p:spPr>
        <p:txBody>
          <a:bodyPr anchor="t" rtlCol="false" tIns="0" lIns="0" bIns="0" rIns="0">
            <a:spAutoFit/>
          </a:bodyPr>
          <a:lstStyle/>
          <a:p>
            <a:pPr algn="l" marL="0" indent="0" lvl="0">
              <a:lnSpc>
                <a:spcPts val="8690"/>
              </a:lnSpc>
            </a:pPr>
            <a:r>
              <a:rPr lang="en-US" b="true" sz="11000" spc="-1298">
                <a:solidFill>
                  <a:srgbClr val="000000"/>
                </a:solidFill>
                <a:latin typeface="Inter 2 Bold"/>
                <a:ea typeface="Inter 2 Bold"/>
                <a:cs typeface="Inter 2 Bold"/>
                <a:sym typeface="Inter 2 Bold"/>
              </a:rPr>
              <a:t>PROBLEM STATEMENT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968111" y="1405101"/>
            <a:ext cx="246163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(02)</a:t>
            </a:r>
          </a:p>
        </p:txBody>
      </p:sp>
      <p:sp>
        <p:nvSpPr>
          <p:cNvPr name="TextBox 3" id="3"/>
          <p:cNvSpPr txBox="true"/>
          <p:nvPr/>
        </p:nvSpPr>
        <p:spPr>
          <a:xfrm rot="0">
            <a:off x="1028700"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4" id="4"/>
          <p:cNvSpPr txBox="true"/>
          <p:nvPr/>
        </p:nvSpPr>
        <p:spPr>
          <a:xfrm rot="0">
            <a:off x="5496886"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5" id="5"/>
          <p:cNvSpPr txBox="true"/>
          <p:nvPr/>
        </p:nvSpPr>
        <p:spPr>
          <a:xfrm rot="0">
            <a:off x="12955677" y="4942577"/>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6" id="6"/>
          <p:cNvSpPr txBox="true"/>
          <p:nvPr/>
        </p:nvSpPr>
        <p:spPr>
          <a:xfrm rot="0">
            <a:off x="1028700"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7" id="7"/>
          <p:cNvSpPr txBox="true"/>
          <p:nvPr/>
        </p:nvSpPr>
        <p:spPr>
          <a:xfrm rot="0">
            <a:off x="5496886"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8" id="8"/>
          <p:cNvSpPr txBox="true"/>
          <p:nvPr/>
        </p:nvSpPr>
        <p:spPr>
          <a:xfrm rot="0">
            <a:off x="12955677" y="6916410"/>
            <a:ext cx="4164277" cy="156400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Culis ex</a:t>
            </a:r>
            <a:r>
              <a:rPr lang="en-US" sz="1800" spc="-160">
                <a:solidFill>
                  <a:srgbClr val="000000"/>
                </a:solidFill>
                <a:latin typeface="Inter 2"/>
                <a:ea typeface="Inter 2"/>
                <a:cs typeface="Inter 2"/>
                <a:sym typeface="Inter 2"/>
              </a:rPr>
              <a:t> massa et mauris. Phasellus semper hendrerit tempus. Morbi commodo lacus sit amet ex mattis, a consequat nunc gravida. Proin sit amet tempus eros, vel mattis lacus. Aenean accumsan ullamcorper dignissim.</a:t>
            </a:r>
          </a:p>
        </p:txBody>
      </p:sp>
      <p:sp>
        <p:nvSpPr>
          <p:cNvPr name="TextBox 9" id="9"/>
          <p:cNvSpPr txBox="true"/>
          <p:nvPr/>
        </p:nvSpPr>
        <p:spPr>
          <a:xfrm rot="0">
            <a:off x="1013256" y="1700376"/>
            <a:ext cx="7933664" cy="2344421"/>
          </a:xfrm>
          <a:prstGeom prst="rect">
            <a:avLst/>
          </a:prstGeom>
        </p:spPr>
        <p:txBody>
          <a:bodyPr anchor="t" rtlCol="false" tIns="0" lIns="0" bIns="0" rIns="0">
            <a:spAutoFit/>
          </a:bodyPr>
          <a:lstStyle/>
          <a:p>
            <a:pPr algn="l">
              <a:lnSpc>
                <a:spcPts val="8690"/>
              </a:lnSpc>
            </a:pPr>
            <a:r>
              <a:rPr lang="en-US" b="true" sz="11000" spc="-1298">
                <a:solidFill>
                  <a:srgbClr val="000000"/>
                </a:solidFill>
                <a:latin typeface="Inter 2 Bold"/>
                <a:ea typeface="Inter 2 Bold"/>
                <a:cs typeface="Inter 2 Bold"/>
                <a:sym typeface="Inter 2 Bold"/>
              </a:rPr>
              <a:t>CONTENT </a:t>
            </a:r>
          </a:p>
          <a:p>
            <a:pPr algn="l" marL="0" indent="0" lvl="0">
              <a:lnSpc>
                <a:spcPts val="8690"/>
              </a:lnSpc>
            </a:pPr>
            <a:r>
              <a:rPr lang="en-US" b="true" sz="11000" spc="-1298">
                <a:solidFill>
                  <a:srgbClr val="000000"/>
                </a:solidFill>
                <a:latin typeface="Inter 2 Bold"/>
                <a:ea typeface="Inter 2 Bold"/>
                <a:cs typeface="Inter 2 Bold"/>
                <a:sym typeface="Inter 2 Bold"/>
              </a:rPr>
              <a:t>HEAVY</a:t>
            </a:r>
          </a:p>
        </p:txBody>
      </p:sp>
      <p:sp>
        <p:nvSpPr>
          <p:cNvPr name="Freeform 10" id="10"/>
          <p:cNvSpPr/>
          <p:nvPr/>
        </p:nvSpPr>
        <p:spPr>
          <a:xfrm flipH="true" flipV="false" rot="0">
            <a:off x="15037815" y="8378621"/>
            <a:ext cx="5055377" cy="4952716"/>
          </a:xfrm>
          <a:custGeom>
            <a:avLst/>
            <a:gdLst/>
            <a:ahLst/>
            <a:cxnLst/>
            <a:rect r="r" b="b" t="t" l="l"/>
            <a:pathLst>
              <a:path h="4952716" w="5055377">
                <a:moveTo>
                  <a:pt x="5055377" y="0"/>
                </a:moveTo>
                <a:lnTo>
                  <a:pt x="0" y="0"/>
                </a:lnTo>
                <a:lnTo>
                  <a:pt x="0" y="4952717"/>
                </a:lnTo>
                <a:lnTo>
                  <a:pt x="5055377" y="4952717"/>
                </a:lnTo>
                <a:lnTo>
                  <a:pt x="5055377" y="0"/>
                </a:lnTo>
                <a:close/>
              </a:path>
            </a:pathLst>
          </a:custGeom>
          <a:blipFill>
            <a:blip r:embed="rId2"/>
            <a:stretch>
              <a:fillRect l="-24929" t="-8223" r="-24929" b="0"/>
            </a:stretch>
          </a:blipFill>
        </p:spPr>
      </p:sp>
      <p:sp>
        <p:nvSpPr>
          <p:cNvPr name="Freeform 11" id="11"/>
          <p:cNvSpPr/>
          <p:nvPr/>
        </p:nvSpPr>
        <p:spPr>
          <a:xfrm flipH="true" flipV="false" rot="1861687">
            <a:off x="13996380" y="1799351"/>
            <a:ext cx="2687208" cy="2439054"/>
          </a:xfrm>
          <a:custGeom>
            <a:avLst/>
            <a:gdLst/>
            <a:ahLst/>
            <a:cxnLst/>
            <a:rect r="r" b="b" t="t" l="l"/>
            <a:pathLst>
              <a:path h="2439054" w="2687208">
                <a:moveTo>
                  <a:pt x="2687208" y="0"/>
                </a:moveTo>
                <a:lnTo>
                  <a:pt x="0" y="0"/>
                </a:lnTo>
                <a:lnTo>
                  <a:pt x="0" y="2439054"/>
                </a:lnTo>
                <a:lnTo>
                  <a:pt x="2687208" y="2439054"/>
                </a:lnTo>
                <a:lnTo>
                  <a:pt x="2687208" y="0"/>
                </a:lnTo>
                <a:close/>
              </a:path>
            </a:pathLst>
          </a:custGeom>
          <a:blipFill>
            <a:blip r:embed="rId3"/>
            <a:stretch>
              <a:fillRect l="-54970" t="-185863" r="-261943" b="-39113"/>
            </a:stretch>
          </a:blipFill>
        </p:spPr>
      </p:sp>
      <p:sp>
        <p:nvSpPr>
          <p:cNvPr name="Freeform 12" id="12"/>
          <p:cNvSpPr/>
          <p:nvPr/>
        </p:nvSpPr>
        <p:spPr>
          <a:xfrm flipH="false" flipV="false" rot="0">
            <a:off x="-583190" y="-2061509"/>
            <a:ext cx="4284358" cy="3665682"/>
          </a:xfrm>
          <a:custGeom>
            <a:avLst/>
            <a:gdLst/>
            <a:ahLst/>
            <a:cxnLst/>
            <a:rect r="r" b="b" t="t" l="l"/>
            <a:pathLst>
              <a:path h="3665682" w="4284358">
                <a:moveTo>
                  <a:pt x="0" y="0"/>
                </a:moveTo>
                <a:lnTo>
                  <a:pt x="4284359" y="0"/>
                </a:lnTo>
                <a:lnTo>
                  <a:pt x="4284359" y="3665682"/>
                </a:lnTo>
                <a:lnTo>
                  <a:pt x="0" y="3665682"/>
                </a:lnTo>
                <a:lnTo>
                  <a:pt x="0" y="0"/>
                </a:lnTo>
                <a:close/>
              </a:path>
            </a:pathLst>
          </a:custGeom>
          <a:blipFill>
            <a:blip r:embed="rId4"/>
            <a:stretch>
              <a:fillRect l="-37210" t="-22114" r="-37210" b="-2211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37132" y="7169289"/>
            <a:ext cx="3167499" cy="2089011"/>
          </a:xfrm>
          <a:custGeom>
            <a:avLst/>
            <a:gdLst/>
            <a:ahLst/>
            <a:cxnLst/>
            <a:rect r="r" b="b" t="t" l="l"/>
            <a:pathLst>
              <a:path h="2089011" w="3167499">
                <a:moveTo>
                  <a:pt x="0" y="0"/>
                </a:moveTo>
                <a:lnTo>
                  <a:pt x="3167499" y="0"/>
                </a:lnTo>
                <a:lnTo>
                  <a:pt x="3167499" y="2089011"/>
                </a:lnTo>
                <a:lnTo>
                  <a:pt x="0" y="2089011"/>
                </a:lnTo>
                <a:lnTo>
                  <a:pt x="0" y="0"/>
                </a:lnTo>
                <a:close/>
              </a:path>
            </a:pathLst>
          </a:custGeom>
          <a:blipFill>
            <a:blip r:embed="rId2"/>
            <a:stretch>
              <a:fillRect l="-72053" t="-93691" r="-78421" b="0"/>
            </a:stretch>
          </a:blipFill>
        </p:spPr>
      </p:sp>
      <p:grpSp>
        <p:nvGrpSpPr>
          <p:cNvPr name="Group 3" id="3"/>
          <p:cNvGrpSpPr/>
          <p:nvPr/>
        </p:nvGrpSpPr>
        <p:grpSpPr>
          <a:xfrm rot="0">
            <a:off x="10504822" y="3335356"/>
            <a:ext cx="432119" cy="4321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5" id="5"/>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sp>
        <p:nvSpPr>
          <p:cNvPr name="TextBox 6" id="6"/>
          <p:cNvSpPr txBox="true"/>
          <p:nvPr/>
        </p:nvSpPr>
        <p:spPr>
          <a:xfrm rot="0">
            <a:off x="5758227" y="3288531"/>
            <a:ext cx="3385773" cy="219265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Proin aliquam</a:t>
            </a:r>
            <a:r>
              <a:rPr lang="en-US" sz="1800" spc="-160">
                <a:solidFill>
                  <a:srgbClr val="000000"/>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7" id="7"/>
          <p:cNvSpPr txBox="true"/>
          <p:nvPr/>
        </p:nvSpPr>
        <p:spPr>
          <a:xfrm rot="0">
            <a:off x="5758227" y="6719758"/>
            <a:ext cx="3385773" cy="2192655"/>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Proin aliquam</a:t>
            </a:r>
            <a:r>
              <a:rPr lang="en-US" sz="1800" spc="-160">
                <a:solidFill>
                  <a:srgbClr val="000000"/>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8" id="8"/>
          <p:cNvSpPr txBox="true"/>
          <p:nvPr/>
        </p:nvSpPr>
        <p:spPr>
          <a:xfrm rot="0">
            <a:off x="13293263" y="3297256"/>
            <a:ext cx="3966037" cy="187833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Proin aliquam</a:t>
            </a:r>
            <a:r>
              <a:rPr lang="en-US" sz="1800" spc="-160">
                <a:solidFill>
                  <a:srgbClr val="000000"/>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9" id="9"/>
          <p:cNvSpPr txBox="true"/>
          <p:nvPr/>
        </p:nvSpPr>
        <p:spPr>
          <a:xfrm rot="0">
            <a:off x="13293263" y="6719758"/>
            <a:ext cx="3966037" cy="187833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Proin aliquam</a:t>
            </a:r>
            <a:r>
              <a:rPr lang="en-US" sz="1800" spc="-160">
                <a:solidFill>
                  <a:srgbClr val="000000"/>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10" id="10"/>
          <p:cNvSpPr txBox="true"/>
          <p:nvPr/>
        </p:nvSpPr>
        <p:spPr>
          <a:xfrm rot="0">
            <a:off x="4196867" y="3301931"/>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CA0013"/>
                </a:solidFill>
                <a:latin typeface="Inter 2 Bold"/>
                <a:ea typeface="Inter 2 Bold"/>
                <a:cs typeface="Inter 2 Bold"/>
                <a:sym typeface="Inter 2 Bold"/>
              </a:rPr>
              <a:t>2023</a:t>
            </a:r>
          </a:p>
        </p:txBody>
      </p:sp>
      <p:sp>
        <p:nvSpPr>
          <p:cNvPr name="TextBox 11" id="11"/>
          <p:cNvSpPr txBox="true"/>
          <p:nvPr/>
        </p:nvSpPr>
        <p:spPr>
          <a:xfrm rot="0">
            <a:off x="4196867" y="6794123"/>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CA0013"/>
                </a:solidFill>
                <a:latin typeface="Inter 2 Bold"/>
                <a:ea typeface="Inter 2 Bold"/>
                <a:cs typeface="Inter 2 Bold"/>
                <a:sym typeface="Inter 2 Bold"/>
              </a:rPr>
              <a:t>2024</a:t>
            </a:r>
          </a:p>
        </p:txBody>
      </p:sp>
      <p:sp>
        <p:nvSpPr>
          <p:cNvPr name="TextBox 12" id="12"/>
          <p:cNvSpPr txBox="true"/>
          <p:nvPr/>
        </p:nvSpPr>
        <p:spPr>
          <a:xfrm rot="0">
            <a:off x="11731902" y="3301931"/>
            <a:ext cx="1402721" cy="456819"/>
          </a:xfrm>
          <a:prstGeom prst="rect">
            <a:avLst/>
          </a:prstGeom>
        </p:spPr>
        <p:txBody>
          <a:bodyPr anchor="t" rtlCol="false" tIns="0" lIns="0" bIns="0" rIns="0">
            <a:spAutoFit/>
          </a:bodyPr>
          <a:lstStyle/>
          <a:p>
            <a:pPr algn="r" marL="0" indent="0" lvl="0">
              <a:lnSpc>
                <a:spcPts val="3348"/>
              </a:lnSpc>
            </a:pPr>
            <a:r>
              <a:rPr lang="en-US" b="true" sz="3600" spc="-107">
                <a:solidFill>
                  <a:srgbClr val="CA0013"/>
                </a:solidFill>
                <a:latin typeface="Inter 2 Bold"/>
                <a:ea typeface="Inter 2 Bold"/>
                <a:cs typeface="Inter 2 Bold"/>
                <a:sym typeface="Inter 2 Bold"/>
              </a:rPr>
              <a:t>2025</a:t>
            </a:r>
          </a:p>
        </p:txBody>
      </p:sp>
      <p:sp>
        <p:nvSpPr>
          <p:cNvPr name="TextBox 13" id="13"/>
          <p:cNvSpPr txBox="true"/>
          <p:nvPr/>
        </p:nvSpPr>
        <p:spPr>
          <a:xfrm rot="0">
            <a:off x="11183968" y="6733158"/>
            <a:ext cx="1950654" cy="456819"/>
          </a:xfrm>
          <a:prstGeom prst="rect">
            <a:avLst/>
          </a:prstGeom>
        </p:spPr>
        <p:txBody>
          <a:bodyPr anchor="t" rtlCol="false" tIns="0" lIns="0" bIns="0" rIns="0">
            <a:spAutoFit/>
          </a:bodyPr>
          <a:lstStyle/>
          <a:p>
            <a:pPr algn="r" marL="0" indent="0" lvl="0">
              <a:lnSpc>
                <a:spcPts val="3348"/>
              </a:lnSpc>
            </a:pPr>
            <a:r>
              <a:rPr lang="en-US" b="true" sz="3600" spc="-107">
                <a:solidFill>
                  <a:srgbClr val="CA0013"/>
                </a:solidFill>
                <a:latin typeface="Inter 2 Bold"/>
                <a:ea typeface="Inter 2 Bold"/>
                <a:cs typeface="Inter 2 Bold"/>
                <a:sym typeface="Inter 2 Bold"/>
              </a:rPr>
              <a:t>Future</a:t>
            </a:r>
          </a:p>
        </p:txBody>
      </p:sp>
      <p:sp>
        <p:nvSpPr>
          <p:cNvPr name="TextBox 14" id="14"/>
          <p:cNvSpPr txBox="true"/>
          <p:nvPr/>
        </p:nvSpPr>
        <p:spPr>
          <a:xfrm rot="0">
            <a:off x="1028700" y="1076325"/>
            <a:ext cx="3580072" cy="1220470"/>
          </a:xfrm>
          <a:prstGeom prst="rect">
            <a:avLst/>
          </a:prstGeom>
        </p:spPr>
        <p:txBody>
          <a:bodyPr anchor="t" rtlCol="false" tIns="0" lIns="0" bIns="0" rIns="0">
            <a:spAutoFit/>
          </a:bodyPr>
          <a:lstStyle/>
          <a:p>
            <a:pPr algn="l" marL="0" indent="0" lvl="0">
              <a:lnSpc>
                <a:spcPts val="4564"/>
              </a:lnSpc>
            </a:pPr>
            <a:r>
              <a:rPr lang="en-US" b="true" sz="5499" spc="-164">
                <a:solidFill>
                  <a:srgbClr val="000000"/>
                </a:solidFill>
                <a:latin typeface="Inter 2 Bold"/>
                <a:ea typeface="Inter 2 Bold"/>
                <a:cs typeface="Inter 2 Bold"/>
                <a:sym typeface="Inter 2 Bold"/>
              </a:rPr>
              <a:t>OVER THE YEARS</a:t>
            </a:r>
          </a:p>
        </p:txBody>
      </p:sp>
      <p:grpSp>
        <p:nvGrpSpPr>
          <p:cNvPr name="Group 15" id="15"/>
          <p:cNvGrpSpPr/>
          <p:nvPr/>
        </p:nvGrpSpPr>
        <p:grpSpPr>
          <a:xfrm rot="0">
            <a:off x="2602676" y="3326631"/>
            <a:ext cx="432119" cy="3863346"/>
            <a:chOff x="0" y="0"/>
            <a:chExt cx="576159" cy="5151128"/>
          </a:xfrm>
        </p:grpSpPr>
        <p:grpSp>
          <p:nvGrpSpPr>
            <p:cNvPr name="Group 16" id="16"/>
            <p:cNvGrpSpPr/>
            <p:nvPr/>
          </p:nvGrpSpPr>
          <p:grpSpPr>
            <a:xfrm rot="0">
              <a:off x="0" y="0"/>
              <a:ext cx="576159" cy="57615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18" id="18"/>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grpSp>
          <p:nvGrpSpPr>
            <p:cNvPr name="Group 19" id="19"/>
            <p:cNvGrpSpPr/>
            <p:nvPr/>
          </p:nvGrpSpPr>
          <p:grpSpPr>
            <a:xfrm rot="0">
              <a:off x="0" y="4574969"/>
              <a:ext cx="576159" cy="57615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A422D"/>
              </a:solidFill>
            </p:spPr>
          </p:sp>
          <p:sp>
            <p:nvSpPr>
              <p:cNvPr name="TextBox 21" id="21"/>
              <p:cNvSpPr txBox="true"/>
              <p:nvPr/>
            </p:nvSpPr>
            <p:spPr>
              <a:xfrm>
                <a:off x="76200" y="123825"/>
                <a:ext cx="660400" cy="612775"/>
              </a:xfrm>
              <a:prstGeom prst="rect">
                <a:avLst/>
              </a:prstGeom>
            </p:spPr>
            <p:txBody>
              <a:bodyPr anchor="ctr" rtlCol="false" tIns="50800" lIns="50800" bIns="50800" rIns="50800"/>
              <a:lstStyle/>
              <a:p>
                <a:pPr algn="ctr">
                  <a:lnSpc>
                    <a:spcPts val="1674"/>
                  </a:lnSpc>
                </a:pPr>
              </a:p>
            </p:txBody>
          </p:sp>
        </p:grpSp>
        <p:sp>
          <p:nvSpPr>
            <p:cNvPr name="AutoShape 22" id="22"/>
            <p:cNvSpPr/>
            <p:nvPr/>
          </p:nvSpPr>
          <p:spPr>
            <a:xfrm>
              <a:off x="288080" y="576159"/>
              <a:ext cx="0" cy="3998810"/>
            </a:xfrm>
            <a:prstGeom prst="line">
              <a:avLst/>
            </a:prstGeom>
            <a:ln cap="flat" w="50800">
              <a:solidFill>
                <a:srgbClr val="000000"/>
              </a:solidFill>
              <a:prstDash val="solid"/>
              <a:headEnd type="none" len="sm" w="sm"/>
              <a:tailEnd type="none" len="sm" w="sm"/>
            </a:ln>
          </p:spPr>
        </p:sp>
      </p:grpSp>
      <p:sp>
        <p:nvSpPr>
          <p:cNvPr name="AutoShape 23" id="23"/>
          <p:cNvSpPr/>
          <p:nvPr/>
        </p:nvSpPr>
        <p:spPr>
          <a:xfrm>
            <a:off x="10714014" y="3758780"/>
            <a:ext cx="5258" cy="341051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901397"/>
            <a:ext cx="6533603" cy="3416064"/>
          </a:xfrm>
          <a:prstGeom prst="rect">
            <a:avLst/>
          </a:prstGeom>
        </p:spPr>
        <p:txBody>
          <a:bodyPr anchor="t" rtlCol="false" tIns="0" lIns="0" bIns="0" rIns="0">
            <a:spAutoFit/>
          </a:bodyPr>
          <a:lstStyle/>
          <a:p>
            <a:pPr algn="l" marL="0" indent="0" lvl="0">
              <a:lnSpc>
                <a:spcPts val="8618"/>
              </a:lnSpc>
            </a:pPr>
            <a:r>
              <a:rPr lang="en-US" b="true" sz="10910" spc="-1287">
                <a:solidFill>
                  <a:srgbClr val="000000"/>
                </a:solidFill>
                <a:latin typeface="Inter 2 Bold"/>
                <a:ea typeface="Inter 2 Bold"/>
                <a:cs typeface="Inter 2 Bold"/>
                <a:sym typeface="Inter 2 Bold"/>
              </a:rPr>
              <a:t>RESEARCH FOCUS AREAS</a:t>
            </a:r>
          </a:p>
        </p:txBody>
      </p:sp>
      <p:sp>
        <p:nvSpPr>
          <p:cNvPr name="TextBox 3" id="3"/>
          <p:cNvSpPr txBox="true"/>
          <p:nvPr/>
        </p:nvSpPr>
        <p:spPr>
          <a:xfrm rot="0">
            <a:off x="1028700" y="2958055"/>
            <a:ext cx="2930529" cy="712470"/>
          </a:xfrm>
          <a:prstGeom prst="rect">
            <a:avLst/>
          </a:prstGeom>
        </p:spPr>
        <p:txBody>
          <a:bodyPr anchor="t" rtlCol="false" tIns="0" lIns="0" bIns="0" rIns="0">
            <a:spAutoFit/>
          </a:bodyPr>
          <a:lstStyle/>
          <a:p>
            <a:pPr algn="l" marL="0" indent="0" lvl="0">
              <a:lnSpc>
                <a:spcPts val="5114"/>
              </a:lnSpc>
            </a:pPr>
            <a:r>
              <a:rPr lang="en-US" b="true" sz="5499" spc="-164">
                <a:solidFill>
                  <a:srgbClr val="CA0013"/>
                </a:solidFill>
                <a:latin typeface="Inter 2 Bold"/>
                <a:ea typeface="Inter 2 Bold"/>
                <a:cs typeface="Inter 2 Bold"/>
                <a:sym typeface="Inter 2 Bold"/>
              </a:rPr>
              <a:t>(03)</a:t>
            </a:r>
          </a:p>
        </p:txBody>
      </p:sp>
      <p:sp>
        <p:nvSpPr>
          <p:cNvPr name="TextBox 4" id="4"/>
          <p:cNvSpPr txBox="true"/>
          <p:nvPr/>
        </p:nvSpPr>
        <p:spPr>
          <a:xfrm rot="0">
            <a:off x="6915787"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Class apt</a:t>
            </a:r>
            <a:r>
              <a:rPr lang="en-US" sz="1800" spc="-160">
                <a:solidFill>
                  <a:srgbClr val="000000"/>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5" id="5"/>
          <p:cNvSpPr txBox="true"/>
          <p:nvPr/>
        </p:nvSpPr>
        <p:spPr>
          <a:xfrm rot="0">
            <a:off x="10301778"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Class apt</a:t>
            </a:r>
            <a:r>
              <a:rPr lang="en-US" sz="1800" spc="-160">
                <a:solidFill>
                  <a:srgbClr val="000000"/>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6" id="6"/>
          <p:cNvSpPr txBox="true"/>
          <p:nvPr/>
        </p:nvSpPr>
        <p:spPr>
          <a:xfrm rot="0">
            <a:off x="13689102" y="6487644"/>
            <a:ext cx="2653898" cy="187833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Class apt</a:t>
            </a:r>
            <a:r>
              <a:rPr lang="en-US" sz="1800" spc="-160">
                <a:solidFill>
                  <a:srgbClr val="000000"/>
                </a:solidFill>
                <a:latin typeface="Inter 2"/>
                <a:ea typeface="Inter 2"/>
                <a:cs typeface="Inter 2"/>
                <a:sym typeface="Inter 2"/>
              </a:rPr>
              <a:t>ent taciti sociosqu ad litora torquent per conubia nostra, per inceptos himenaeos. Maecenas rutrum dictum pellentesque. Nullam vitae ultrices augue. </a:t>
            </a:r>
          </a:p>
        </p:txBody>
      </p:sp>
      <p:sp>
        <p:nvSpPr>
          <p:cNvPr name="TextBox 7" id="7"/>
          <p:cNvSpPr txBox="true"/>
          <p:nvPr/>
        </p:nvSpPr>
        <p:spPr>
          <a:xfrm rot="0">
            <a:off x="1036205" y="1076226"/>
            <a:ext cx="2513344" cy="642747"/>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1 Bold"/>
                <a:ea typeface="Inter 1 Bold"/>
                <a:cs typeface="Inter 1 Bold"/>
                <a:sym typeface="Inter 1 Bold"/>
              </a:rPr>
              <a:t>INNOVATING SOLUTIONS FOR A CHANGING WORLD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62999" y="3526634"/>
            <a:ext cx="7931544" cy="989631"/>
            <a:chOff x="0" y="0"/>
            <a:chExt cx="10575393" cy="1319508"/>
          </a:xfrm>
        </p:grpSpPr>
        <p:sp>
          <p:nvSpPr>
            <p:cNvPr name="AutoShape 3" id="3"/>
            <p:cNvSpPr/>
            <p:nvPr/>
          </p:nvSpPr>
          <p:spPr>
            <a:xfrm>
              <a:off x="0" y="19050"/>
              <a:ext cx="10575393" cy="0"/>
            </a:xfrm>
            <a:prstGeom prst="line">
              <a:avLst/>
            </a:prstGeom>
            <a:ln cap="flat" w="38100">
              <a:solidFill>
                <a:srgbClr val="000000"/>
              </a:solidFill>
              <a:prstDash val="solid"/>
              <a:headEnd type="none" len="sm" w="sm"/>
              <a:tailEnd type="none" len="sm" w="sm"/>
            </a:ln>
          </p:spPr>
        </p:sp>
        <p:sp>
          <p:nvSpPr>
            <p:cNvPr name="AutoShape 4" id="4"/>
            <p:cNvSpPr/>
            <p:nvPr/>
          </p:nvSpPr>
          <p:spPr>
            <a:xfrm>
              <a:off x="0" y="613190"/>
              <a:ext cx="10575393" cy="0"/>
            </a:xfrm>
            <a:prstGeom prst="line">
              <a:avLst/>
            </a:prstGeom>
            <a:ln cap="flat" w="38100">
              <a:solidFill>
                <a:srgbClr val="000000"/>
              </a:solidFill>
              <a:prstDash val="solid"/>
              <a:headEnd type="none" len="sm" w="sm"/>
              <a:tailEnd type="none" len="sm" w="sm"/>
            </a:ln>
          </p:spPr>
        </p:sp>
        <p:sp>
          <p:nvSpPr>
            <p:cNvPr name="AutoShape 5" id="5"/>
            <p:cNvSpPr/>
            <p:nvPr/>
          </p:nvSpPr>
          <p:spPr>
            <a:xfrm>
              <a:off x="0" y="1300458"/>
              <a:ext cx="10575393" cy="0"/>
            </a:xfrm>
            <a:prstGeom prst="line">
              <a:avLst/>
            </a:prstGeom>
            <a:ln cap="flat" w="38100">
              <a:solidFill>
                <a:srgbClr val="000000"/>
              </a:solidFill>
              <a:prstDash val="solid"/>
              <a:headEnd type="none" len="sm" w="sm"/>
              <a:tailEnd type="none" len="sm" w="sm"/>
            </a:ln>
          </p:spPr>
        </p:sp>
      </p:grpSp>
      <p:grpSp>
        <p:nvGrpSpPr>
          <p:cNvPr name="Group 6" id="6"/>
          <p:cNvGrpSpPr/>
          <p:nvPr/>
        </p:nvGrpSpPr>
        <p:grpSpPr>
          <a:xfrm rot="0">
            <a:off x="-817901" y="9258300"/>
            <a:ext cx="19923801" cy="3086100"/>
            <a:chOff x="0" y="0"/>
            <a:chExt cx="5247421" cy="812800"/>
          </a:xfrm>
        </p:grpSpPr>
        <p:sp>
          <p:nvSpPr>
            <p:cNvPr name="Freeform 7" id="7"/>
            <p:cNvSpPr/>
            <p:nvPr/>
          </p:nvSpPr>
          <p:spPr>
            <a:xfrm flipH="false" flipV="false" rot="0">
              <a:off x="0" y="0"/>
              <a:ext cx="5247421" cy="812800"/>
            </a:xfrm>
            <a:custGeom>
              <a:avLst/>
              <a:gdLst/>
              <a:ahLst/>
              <a:cxnLst/>
              <a:rect r="r" b="b" t="t" l="l"/>
              <a:pathLst>
                <a:path h="812800" w="5247421">
                  <a:moveTo>
                    <a:pt x="0" y="0"/>
                  </a:moveTo>
                  <a:lnTo>
                    <a:pt x="5247421" y="0"/>
                  </a:lnTo>
                  <a:lnTo>
                    <a:pt x="5247421" y="812800"/>
                  </a:lnTo>
                  <a:lnTo>
                    <a:pt x="0" y="812800"/>
                  </a:lnTo>
                  <a:close/>
                </a:path>
              </a:pathLst>
            </a:custGeom>
            <a:solidFill>
              <a:srgbClr val="CA0013"/>
            </a:solidFill>
          </p:spPr>
        </p:sp>
        <p:sp>
          <p:nvSpPr>
            <p:cNvPr name="TextBox 8" id="8"/>
            <p:cNvSpPr txBox="true"/>
            <p:nvPr/>
          </p:nvSpPr>
          <p:spPr>
            <a:xfrm>
              <a:off x="0" y="47625"/>
              <a:ext cx="5247421" cy="765175"/>
            </a:xfrm>
            <a:prstGeom prst="rect">
              <a:avLst/>
            </a:prstGeom>
          </p:spPr>
          <p:txBody>
            <a:bodyPr anchor="ctr" rtlCol="false" tIns="50800" lIns="50800" bIns="50800" rIns="50800"/>
            <a:lstStyle/>
            <a:p>
              <a:pPr algn="ctr">
                <a:lnSpc>
                  <a:spcPts val="1674"/>
                </a:lnSpc>
              </a:pPr>
            </a:p>
          </p:txBody>
        </p:sp>
      </p:grpSp>
      <p:sp>
        <p:nvSpPr>
          <p:cNvPr name="Freeform 9" id="9"/>
          <p:cNvSpPr/>
          <p:nvPr/>
        </p:nvSpPr>
        <p:spPr>
          <a:xfrm flipH="false" flipV="false" rot="0">
            <a:off x="907524" y="4121271"/>
            <a:ext cx="2736583" cy="5763642"/>
          </a:xfrm>
          <a:custGeom>
            <a:avLst/>
            <a:gdLst/>
            <a:ahLst/>
            <a:cxnLst/>
            <a:rect r="r" b="b" t="t" l="l"/>
            <a:pathLst>
              <a:path h="5763642" w="2736583">
                <a:moveTo>
                  <a:pt x="0" y="0"/>
                </a:moveTo>
                <a:lnTo>
                  <a:pt x="2736583" y="0"/>
                </a:lnTo>
                <a:lnTo>
                  <a:pt x="2736583" y="5763642"/>
                </a:lnTo>
                <a:lnTo>
                  <a:pt x="0" y="5763642"/>
                </a:lnTo>
                <a:lnTo>
                  <a:pt x="0" y="0"/>
                </a:lnTo>
                <a:close/>
              </a:path>
            </a:pathLst>
          </a:custGeom>
          <a:blipFill>
            <a:blip r:embed="rId2"/>
            <a:stretch>
              <a:fillRect l="-156484" t="0" r="-156484" b="0"/>
            </a:stretch>
          </a:blipFill>
        </p:spPr>
      </p:sp>
      <p:sp>
        <p:nvSpPr>
          <p:cNvPr name="Freeform 10" id="10"/>
          <p:cNvSpPr/>
          <p:nvPr/>
        </p:nvSpPr>
        <p:spPr>
          <a:xfrm flipH="false" flipV="false" rot="0">
            <a:off x="3746703" y="6835758"/>
            <a:ext cx="3486601" cy="2930090"/>
          </a:xfrm>
          <a:custGeom>
            <a:avLst/>
            <a:gdLst/>
            <a:ahLst/>
            <a:cxnLst/>
            <a:rect r="r" b="b" t="t" l="l"/>
            <a:pathLst>
              <a:path h="2930090" w="3486601">
                <a:moveTo>
                  <a:pt x="0" y="0"/>
                </a:moveTo>
                <a:lnTo>
                  <a:pt x="3486601" y="0"/>
                </a:lnTo>
                <a:lnTo>
                  <a:pt x="3486601" y="2930090"/>
                </a:lnTo>
                <a:lnTo>
                  <a:pt x="0" y="2930090"/>
                </a:lnTo>
                <a:lnTo>
                  <a:pt x="0" y="0"/>
                </a:lnTo>
                <a:close/>
              </a:path>
            </a:pathLst>
          </a:custGeom>
          <a:blipFill>
            <a:blip r:embed="rId3"/>
            <a:stretch>
              <a:fillRect l="-12280" t="0" r="-21727" b="-12817"/>
            </a:stretch>
          </a:blipFill>
        </p:spPr>
      </p:sp>
      <p:sp>
        <p:nvSpPr>
          <p:cNvPr name="Freeform 11" id="11"/>
          <p:cNvSpPr/>
          <p:nvPr/>
        </p:nvSpPr>
        <p:spPr>
          <a:xfrm flipH="false" flipV="false" rot="0">
            <a:off x="6890030" y="8089636"/>
            <a:ext cx="1765074" cy="1659734"/>
          </a:xfrm>
          <a:custGeom>
            <a:avLst/>
            <a:gdLst/>
            <a:ahLst/>
            <a:cxnLst/>
            <a:rect r="r" b="b" t="t" l="l"/>
            <a:pathLst>
              <a:path h="1659734" w="1765074">
                <a:moveTo>
                  <a:pt x="0" y="0"/>
                </a:moveTo>
                <a:lnTo>
                  <a:pt x="1765073" y="0"/>
                </a:lnTo>
                <a:lnTo>
                  <a:pt x="1765073" y="1659734"/>
                </a:lnTo>
                <a:lnTo>
                  <a:pt x="0" y="1659734"/>
                </a:lnTo>
                <a:lnTo>
                  <a:pt x="0" y="0"/>
                </a:lnTo>
                <a:close/>
              </a:path>
            </a:pathLst>
          </a:custGeom>
          <a:blipFill>
            <a:blip r:embed="rId4"/>
            <a:stretch>
              <a:fillRect l="-71479" t="-36094" r="-60133" b="-38172"/>
            </a:stretch>
          </a:blipFill>
        </p:spPr>
      </p:sp>
      <p:sp>
        <p:nvSpPr>
          <p:cNvPr name="Freeform 12" id="12"/>
          <p:cNvSpPr/>
          <p:nvPr/>
        </p:nvSpPr>
        <p:spPr>
          <a:xfrm flipH="false" flipV="false" rot="0">
            <a:off x="8080537" y="7639111"/>
            <a:ext cx="2262462" cy="1935754"/>
          </a:xfrm>
          <a:custGeom>
            <a:avLst/>
            <a:gdLst/>
            <a:ahLst/>
            <a:cxnLst/>
            <a:rect r="r" b="b" t="t" l="l"/>
            <a:pathLst>
              <a:path h="1935754" w="2262462">
                <a:moveTo>
                  <a:pt x="0" y="0"/>
                </a:moveTo>
                <a:lnTo>
                  <a:pt x="2262462" y="0"/>
                </a:lnTo>
                <a:lnTo>
                  <a:pt x="2262462" y="1935754"/>
                </a:lnTo>
                <a:lnTo>
                  <a:pt x="0" y="1935754"/>
                </a:lnTo>
                <a:lnTo>
                  <a:pt x="0" y="0"/>
                </a:lnTo>
                <a:close/>
              </a:path>
            </a:pathLst>
          </a:custGeom>
          <a:blipFill>
            <a:blip r:embed="rId5"/>
            <a:stretch>
              <a:fillRect l="-37210" t="-22114" r="-37210" b="-22114"/>
            </a:stretch>
          </a:blipFill>
        </p:spPr>
      </p:sp>
      <p:sp>
        <p:nvSpPr>
          <p:cNvPr name="Freeform 13" id="13"/>
          <p:cNvSpPr/>
          <p:nvPr/>
        </p:nvSpPr>
        <p:spPr>
          <a:xfrm flipH="false" flipV="false" rot="0">
            <a:off x="7772567" y="6747306"/>
            <a:ext cx="2081598" cy="1342329"/>
          </a:xfrm>
          <a:custGeom>
            <a:avLst/>
            <a:gdLst/>
            <a:ahLst/>
            <a:cxnLst/>
            <a:rect r="r" b="b" t="t" l="l"/>
            <a:pathLst>
              <a:path h="1342329" w="2081598">
                <a:moveTo>
                  <a:pt x="0" y="0"/>
                </a:moveTo>
                <a:lnTo>
                  <a:pt x="2081598" y="0"/>
                </a:lnTo>
                <a:lnTo>
                  <a:pt x="2081598" y="1342330"/>
                </a:lnTo>
                <a:lnTo>
                  <a:pt x="0" y="1342330"/>
                </a:lnTo>
                <a:lnTo>
                  <a:pt x="0" y="0"/>
                </a:lnTo>
                <a:close/>
              </a:path>
            </a:pathLst>
          </a:custGeom>
          <a:blipFill>
            <a:blip r:embed="rId6"/>
            <a:stretch>
              <a:fillRect l="-23480" t="-27164" r="-13654" b="-23292"/>
            </a:stretch>
          </a:blipFill>
        </p:spPr>
      </p:sp>
      <p:sp>
        <p:nvSpPr>
          <p:cNvPr name="Freeform 14" id="14"/>
          <p:cNvSpPr/>
          <p:nvPr/>
        </p:nvSpPr>
        <p:spPr>
          <a:xfrm flipH="false" flipV="false" rot="0">
            <a:off x="15282495" y="8919503"/>
            <a:ext cx="1002773" cy="910170"/>
          </a:xfrm>
          <a:custGeom>
            <a:avLst/>
            <a:gdLst/>
            <a:ahLst/>
            <a:cxnLst/>
            <a:rect r="r" b="b" t="t" l="l"/>
            <a:pathLst>
              <a:path h="910170" w="1002773">
                <a:moveTo>
                  <a:pt x="0" y="0"/>
                </a:moveTo>
                <a:lnTo>
                  <a:pt x="1002772" y="0"/>
                </a:lnTo>
                <a:lnTo>
                  <a:pt x="1002772" y="910170"/>
                </a:lnTo>
                <a:lnTo>
                  <a:pt x="0" y="910170"/>
                </a:lnTo>
                <a:lnTo>
                  <a:pt x="0" y="0"/>
                </a:lnTo>
                <a:close/>
              </a:path>
            </a:pathLst>
          </a:custGeom>
          <a:blipFill>
            <a:blip r:embed="rId7"/>
            <a:stretch>
              <a:fillRect l="-54970" t="-185863" r="-261943" b="-39113"/>
            </a:stretch>
          </a:blipFill>
        </p:spPr>
      </p:sp>
      <p:sp>
        <p:nvSpPr>
          <p:cNvPr name="Freeform 15" id="15"/>
          <p:cNvSpPr/>
          <p:nvPr/>
        </p:nvSpPr>
        <p:spPr>
          <a:xfrm flipH="false" flipV="false" rot="0">
            <a:off x="9695902" y="8661782"/>
            <a:ext cx="2148067" cy="1464656"/>
          </a:xfrm>
          <a:custGeom>
            <a:avLst/>
            <a:gdLst/>
            <a:ahLst/>
            <a:cxnLst/>
            <a:rect r="r" b="b" t="t" l="l"/>
            <a:pathLst>
              <a:path h="1464656" w="2148067">
                <a:moveTo>
                  <a:pt x="0" y="0"/>
                </a:moveTo>
                <a:lnTo>
                  <a:pt x="2148068" y="0"/>
                </a:lnTo>
                <a:lnTo>
                  <a:pt x="2148068" y="1464655"/>
                </a:lnTo>
                <a:lnTo>
                  <a:pt x="0" y="1464655"/>
                </a:lnTo>
                <a:lnTo>
                  <a:pt x="0" y="0"/>
                </a:lnTo>
                <a:close/>
              </a:path>
            </a:pathLst>
          </a:custGeom>
          <a:blipFill>
            <a:blip r:embed="rId8"/>
            <a:stretch>
              <a:fillRect l="-10585" t="-12864" r="-10585" b="-12864"/>
            </a:stretch>
          </a:blipFill>
        </p:spPr>
      </p:sp>
      <p:sp>
        <p:nvSpPr>
          <p:cNvPr name="Freeform 16" id="16"/>
          <p:cNvSpPr/>
          <p:nvPr/>
        </p:nvSpPr>
        <p:spPr>
          <a:xfrm flipH="false" flipV="false" rot="0">
            <a:off x="8419444" y="9222434"/>
            <a:ext cx="663333" cy="543414"/>
          </a:xfrm>
          <a:custGeom>
            <a:avLst/>
            <a:gdLst/>
            <a:ahLst/>
            <a:cxnLst/>
            <a:rect r="r" b="b" t="t" l="l"/>
            <a:pathLst>
              <a:path h="543414" w="663333">
                <a:moveTo>
                  <a:pt x="0" y="0"/>
                </a:moveTo>
                <a:lnTo>
                  <a:pt x="663333" y="0"/>
                </a:lnTo>
                <a:lnTo>
                  <a:pt x="663333" y="543414"/>
                </a:lnTo>
                <a:lnTo>
                  <a:pt x="0" y="543414"/>
                </a:lnTo>
                <a:lnTo>
                  <a:pt x="0" y="0"/>
                </a:lnTo>
                <a:close/>
              </a:path>
            </a:pathLst>
          </a:custGeom>
          <a:blipFill>
            <a:blip r:embed="rId9"/>
            <a:stretch>
              <a:fillRect l="-61000" t="-33162" r="-312105" b="-275426"/>
            </a:stretch>
          </a:blipFill>
        </p:spPr>
      </p:sp>
      <p:sp>
        <p:nvSpPr>
          <p:cNvPr name="Freeform 17" id="17"/>
          <p:cNvSpPr/>
          <p:nvPr/>
        </p:nvSpPr>
        <p:spPr>
          <a:xfrm flipH="true" flipV="false" rot="0">
            <a:off x="2223932" y="7815411"/>
            <a:ext cx="3077641" cy="2651694"/>
          </a:xfrm>
          <a:custGeom>
            <a:avLst/>
            <a:gdLst/>
            <a:ahLst/>
            <a:cxnLst/>
            <a:rect r="r" b="b" t="t" l="l"/>
            <a:pathLst>
              <a:path h="2651694" w="3077641">
                <a:moveTo>
                  <a:pt x="3077641" y="0"/>
                </a:moveTo>
                <a:lnTo>
                  <a:pt x="0" y="0"/>
                </a:lnTo>
                <a:lnTo>
                  <a:pt x="0" y="2651694"/>
                </a:lnTo>
                <a:lnTo>
                  <a:pt x="3077641" y="2651694"/>
                </a:lnTo>
                <a:lnTo>
                  <a:pt x="3077641" y="0"/>
                </a:lnTo>
                <a:close/>
              </a:path>
            </a:pathLst>
          </a:custGeom>
          <a:blipFill>
            <a:blip r:embed="rId10"/>
            <a:stretch>
              <a:fillRect l="-30951" t="-16472" r="-30951" b="-16472"/>
            </a:stretch>
          </a:blipFill>
        </p:spPr>
      </p:sp>
      <p:sp>
        <p:nvSpPr>
          <p:cNvPr name="Freeform 18" id="18"/>
          <p:cNvSpPr/>
          <p:nvPr/>
        </p:nvSpPr>
        <p:spPr>
          <a:xfrm flipH="false" flipV="false" rot="0">
            <a:off x="6782354" y="9374588"/>
            <a:ext cx="688583" cy="751850"/>
          </a:xfrm>
          <a:custGeom>
            <a:avLst/>
            <a:gdLst/>
            <a:ahLst/>
            <a:cxnLst/>
            <a:rect r="r" b="b" t="t" l="l"/>
            <a:pathLst>
              <a:path h="751850" w="688583">
                <a:moveTo>
                  <a:pt x="0" y="0"/>
                </a:moveTo>
                <a:lnTo>
                  <a:pt x="688583" y="0"/>
                </a:lnTo>
                <a:lnTo>
                  <a:pt x="688583" y="751849"/>
                </a:lnTo>
                <a:lnTo>
                  <a:pt x="0" y="751849"/>
                </a:lnTo>
                <a:lnTo>
                  <a:pt x="0" y="0"/>
                </a:lnTo>
                <a:close/>
              </a:path>
            </a:pathLst>
          </a:custGeom>
          <a:blipFill>
            <a:blip r:embed="rId11"/>
            <a:stretch>
              <a:fillRect l="-157487" t="-211599" r="-456967" b="-151342"/>
            </a:stretch>
          </a:blipFill>
        </p:spPr>
      </p:sp>
      <p:sp>
        <p:nvSpPr>
          <p:cNvPr name="Freeform 19" id="19"/>
          <p:cNvSpPr/>
          <p:nvPr/>
        </p:nvSpPr>
        <p:spPr>
          <a:xfrm flipH="false" flipV="false" rot="-8438886">
            <a:off x="16506627" y="8696348"/>
            <a:ext cx="1816334" cy="1347688"/>
          </a:xfrm>
          <a:custGeom>
            <a:avLst/>
            <a:gdLst/>
            <a:ahLst/>
            <a:cxnLst/>
            <a:rect r="r" b="b" t="t" l="l"/>
            <a:pathLst>
              <a:path h="1347688" w="1816334">
                <a:moveTo>
                  <a:pt x="0" y="0"/>
                </a:moveTo>
                <a:lnTo>
                  <a:pt x="1816334" y="0"/>
                </a:lnTo>
                <a:lnTo>
                  <a:pt x="1816334" y="1347688"/>
                </a:lnTo>
                <a:lnTo>
                  <a:pt x="0" y="1347688"/>
                </a:lnTo>
                <a:lnTo>
                  <a:pt x="0" y="0"/>
                </a:lnTo>
                <a:close/>
              </a:path>
            </a:pathLst>
          </a:custGeom>
          <a:blipFill>
            <a:blip r:embed="rId12"/>
            <a:stretch>
              <a:fillRect l="-14703" t="-11696" r="-14703" b="-11696"/>
            </a:stretch>
          </a:blipFill>
        </p:spPr>
      </p:sp>
      <p:sp>
        <p:nvSpPr>
          <p:cNvPr name="TextBox 20" id="20"/>
          <p:cNvSpPr txBox="true"/>
          <p:nvPr/>
        </p:nvSpPr>
        <p:spPr>
          <a:xfrm rot="0">
            <a:off x="955149" y="3416431"/>
            <a:ext cx="6515788" cy="2344417"/>
          </a:xfrm>
          <a:prstGeom prst="rect">
            <a:avLst/>
          </a:prstGeom>
        </p:spPr>
        <p:txBody>
          <a:bodyPr anchor="t" rtlCol="false" tIns="0" lIns="0" bIns="0" rIns="0">
            <a:spAutoFit/>
          </a:bodyPr>
          <a:lstStyle/>
          <a:p>
            <a:pPr algn="l" marL="0" indent="0" lvl="0">
              <a:lnSpc>
                <a:spcPts val="8689"/>
              </a:lnSpc>
            </a:pPr>
            <a:r>
              <a:rPr lang="en-US" b="true" sz="10999" spc="-1297">
                <a:solidFill>
                  <a:srgbClr val="000000"/>
                </a:solidFill>
                <a:latin typeface="Inter 2 Bold"/>
                <a:ea typeface="Inter 2 Bold"/>
                <a:cs typeface="Inter 2 Bold"/>
                <a:sym typeface="Inter 2 Bold"/>
              </a:rPr>
              <a:t>PROPOSED S     LUTION</a:t>
            </a:r>
          </a:p>
        </p:txBody>
      </p:sp>
      <p:sp>
        <p:nvSpPr>
          <p:cNvPr name="TextBox 21" id="21"/>
          <p:cNvSpPr txBox="true"/>
          <p:nvPr/>
        </p:nvSpPr>
        <p:spPr>
          <a:xfrm rot="0">
            <a:off x="10362999" y="1354839"/>
            <a:ext cx="6651377" cy="884007"/>
          </a:xfrm>
          <a:prstGeom prst="rect">
            <a:avLst/>
          </a:prstGeom>
        </p:spPr>
        <p:txBody>
          <a:bodyPr anchor="t" rtlCol="false" tIns="0" lIns="0" bIns="0" rIns="0">
            <a:spAutoFit/>
          </a:bodyPr>
          <a:lstStyle/>
          <a:p>
            <a:pPr algn="l" marL="0" indent="0" lvl="0">
              <a:lnSpc>
                <a:spcPts val="2275"/>
              </a:lnSpc>
            </a:pPr>
            <a:r>
              <a:rPr lang="en-US" b="true" sz="2446" spc="-73">
                <a:solidFill>
                  <a:srgbClr val="000000"/>
                </a:solidFill>
                <a:latin typeface="Inter 2 Bold"/>
                <a:ea typeface="Inter 2 Bold"/>
                <a:cs typeface="Inter 2 Bold"/>
                <a:sym typeface="Inter 2 Bold"/>
              </a:rPr>
              <a:t>PHASELLUS AT EFFICITUR URNA, IN EFFICITUR EST. QUISQUE PORTA VEL ELIT VENENATIS VARIUS. </a:t>
            </a:r>
          </a:p>
        </p:txBody>
      </p:sp>
      <p:sp>
        <p:nvSpPr>
          <p:cNvPr name="TextBox 22" id="22"/>
          <p:cNvSpPr txBox="true"/>
          <p:nvPr/>
        </p:nvSpPr>
        <p:spPr>
          <a:xfrm rot="0">
            <a:off x="4213043" y="2426993"/>
            <a:ext cx="2930529" cy="712470"/>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(04)</a:t>
            </a:r>
          </a:p>
        </p:txBody>
      </p:sp>
      <p:sp>
        <p:nvSpPr>
          <p:cNvPr name="TextBox 23" id="23"/>
          <p:cNvSpPr txBox="true"/>
          <p:nvPr/>
        </p:nvSpPr>
        <p:spPr>
          <a:xfrm rot="0">
            <a:off x="10362999" y="2416011"/>
            <a:ext cx="2513344" cy="428227"/>
          </a:xfrm>
          <a:prstGeom prst="rect">
            <a:avLst/>
          </a:prstGeom>
        </p:spPr>
        <p:txBody>
          <a:bodyPr anchor="t" rtlCol="false" tIns="0" lIns="0" bIns="0" rIns="0">
            <a:spAutoFit/>
          </a:bodyPr>
          <a:lstStyle/>
          <a:p>
            <a:pPr algn="l">
              <a:lnSpc>
                <a:spcPts val="3888"/>
              </a:lnSpc>
            </a:pPr>
            <a:r>
              <a:rPr lang="en-US" b="true" sz="1800" spc="-54" strike="noStrike" u="none">
                <a:solidFill>
                  <a:srgbClr val="000000"/>
                </a:solidFill>
                <a:latin typeface="Inter 2 Heavy"/>
                <a:ea typeface="Inter 2 Heavy"/>
                <a:cs typeface="Inter 2 Heavy"/>
                <a:sym typeface="Inter 2 Heavy"/>
              </a:rPr>
              <a:t>BY THE NUMBERS:</a:t>
            </a:r>
          </a:p>
        </p:txBody>
      </p:sp>
      <p:sp>
        <p:nvSpPr>
          <p:cNvPr name="TextBox 24" id="24"/>
          <p:cNvSpPr txBox="true"/>
          <p:nvPr/>
        </p:nvSpPr>
        <p:spPr>
          <a:xfrm rot="0">
            <a:off x="10362999" y="2977538"/>
            <a:ext cx="6141407" cy="1399793"/>
          </a:xfrm>
          <a:prstGeom prst="rect">
            <a:avLst/>
          </a:prstGeom>
        </p:spPr>
        <p:txBody>
          <a:bodyPr anchor="t" rtlCol="false" tIns="0" lIns="0" bIns="0" rIns="0">
            <a:spAutoFit/>
          </a:bodyPr>
          <a:lstStyle/>
          <a:p>
            <a:pPr algn="l" marL="388622" indent="-194311" lvl="1">
              <a:lnSpc>
                <a:spcPts val="3888"/>
              </a:lnSpc>
              <a:buFont typeface="Arial"/>
              <a:buChar char="•"/>
            </a:pPr>
            <a:r>
              <a:rPr lang="en-US" sz="1800" spc="-54">
                <a:solidFill>
                  <a:srgbClr val="000000"/>
                </a:solidFill>
                <a:latin typeface="Inter 2"/>
                <a:ea typeface="Inter 2"/>
                <a:cs typeface="Inter 2"/>
                <a:sym typeface="Inter 2"/>
              </a:rPr>
              <a:t>X SUCCESSFUL CAMPAIGNS EXECUTED</a:t>
            </a:r>
          </a:p>
          <a:p>
            <a:pPr algn="l" marL="388622" indent="-194311" lvl="1">
              <a:lnSpc>
                <a:spcPts val="3888"/>
              </a:lnSpc>
              <a:buFont typeface="Arial"/>
              <a:buChar char="•"/>
            </a:pPr>
            <a:r>
              <a:rPr lang="en-US" sz="1800" spc="-54">
                <a:solidFill>
                  <a:srgbClr val="000000"/>
                </a:solidFill>
                <a:latin typeface="Inter 2"/>
                <a:ea typeface="Inter 2"/>
                <a:cs typeface="Inter 2"/>
                <a:sym typeface="Inter 2"/>
              </a:rPr>
              <a:t>Y% AVERAGE INCREASE IN CLIENT ROI.</a:t>
            </a:r>
          </a:p>
          <a:p>
            <a:pPr algn="l" marL="388622" indent="-194311" lvl="1">
              <a:lnSpc>
                <a:spcPts val="3888"/>
              </a:lnSpc>
              <a:buFont typeface="Arial"/>
              <a:buChar char="•"/>
            </a:pPr>
            <a:r>
              <a:rPr lang="en-US" sz="1800" spc="-54">
                <a:solidFill>
                  <a:srgbClr val="000000"/>
                </a:solidFill>
                <a:latin typeface="Inter 2"/>
                <a:ea typeface="Inter 2"/>
                <a:cs typeface="Inter 2"/>
                <a:sym typeface="Inter 2"/>
              </a:rPr>
              <a:t>AUDIENCE REACH EXTENDED BY Z MILLION+ USERS.</a:t>
            </a:r>
          </a:p>
        </p:txBody>
      </p:sp>
      <p:sp>
        <p:nvSpPr>
          <p:cNvPr name="Freeform 25" id="25"/>
          <p:cNvSpPr/>
          <p:nvPr/>
        </p:nvSpPr>
        <p:spPr>
          <a:xfrm flipH="true" flipV="false" rot="0">
            <a:off x="8441815" y="5421140"/>
            <a:ext cx="8596153" cy="6071033"/>
          </a:xfrm>
          <a:custGeom>
            <a:avLst/>
            <a:gdLst/>
            <a:ahLst/>
            <a:cxnLst/>
            <a:rect r="r" b="b" t="t" l="l"/>
            <a:pathLst>
              <a:path h="6071033" w="8596153">
                <a:moveTo>
                  <a:pt x="8596153" y="0"/>
                </a:moveTo>
                <a:lnTo>
                  <a:pt x="0" y="0"/>
                </a:lnTo>
                <a:lnTo>
                  <a:pt x="0" y="6071033"/>
                </a:lnTo>
                <a:lnTo>
                  <a:pt x="8596153" y="6071033"/>
                </a:lnTo>
                <a:lnTo>
                  <a:pt x="8596153"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32257" y="3754619"/>
            <a:ext cx="3522293" cy="3593220"/>
          </a:xfrm>
          <a:custGeom>
            <a:avLst/>
            <a:gdLst/>
            <a:ahLst/>
            <a:cxnLst/>
            <a:rect r="r" b="b" t="t" l="l"/>
            <a:pathLst>
              <a:path h="3593220" w="3522293">
                <a:moveTo>
                  <a:pt x="0" y="0"/>
                </a:moveTo>
                <a:lnTo>
                  <a:pt x="3522293" y="0"/>
                </a:lnTo>
                <a:lnTo>
                  <a:pt x="3522293" y="3593220"/>
                </a:lnTo>
                <a:lnTo>
                  <a:pt x="0" y="3593220"/>
                </a:lnTo>
                <a:lnTo>
                  <a:pt x="0" y="0"/>
                </a:lnTo>
                <a:close/>
              </a:path>
            </a:pathLst>
          </a:custGeom>
          <a:blipFill>
            <a:blip r:embed="rId2"/>
            <a:stretch>
              <a:fillRect l="-47985" t="-23129" r="-57147" b="-19137"/>
            </a:stretch>
          </a:blipFill>
        </p:spPr>
      </p:sp>
      <p:sp>
        <p:nvSpPr>
          <p:cNvPr name="TextBox 3" id="3"/>
          <p:cNvSpPr txBox="true"/>
          <p:nvPr/>
        </p:nvSpPr>
        <p:spPr>
          <a:xfrm rot="0">
            <a:off x="1012299" y="1076325"/>
            <a:ext cx="4436235" cy="433131"/>
          </a:xfrm>
          <a:prstGeom prst="rect">
            <a:avLst/>
          </a:prstGeom>
        </p:spPr>
        <p:txBody>
          <a:bodyPr anchor="t" rtlCol="false" tIns="0" lIns="0" bIns="0" rIns="0">
            <a:spAutoFit/>
          </a:bodyPr>
          <a:lstStyle/>
          <a:p>
            <a:pPr algn="l" marL="0" indent="0" lvl="0">
              <a:lnSpc>
                <a:spcPts val="1674"/>
              </a:lnSpc>
            </a:pPr>
            <a:r>
              <a:rPr lang="en-US" b="true" sz="1800" spc="-54">
                <a:solidFill>
                  <a:srgbClr val="CA0013"/>
                </a:solidFill>
                <a:latin typeface="Inter 2 Bold"/>
                <a:ea typeface="Inter 2 Bold"/>
                <a:cs typeface="Inter 2 Bold"/>
                <a:sym typeface="Inter 2 Bold"/>
              </a:rPr>
              <a:t>INNOVATING SOLUTIONS FOR A CHANGING WORLD</a:t>
            </a:r>
          </a:p>
        </p:txBody>
      </p:sp>
      <p:sp>
        <p:nvSpPr>
          <p:cNvPr name="TextBox 4" id="4"/>
          <p:cNvSpPr txBox="true"/>
          <p:nvPr/>
        </p:nvSpPr>
        <p:spPr>
          <a:xfrm rot="0">
            <a:off x="877771" y="3605911"/>
            <a:ext cx="13514225" cy="3676957"/>
          </a:xfrm>
          <a:prstGeom prst="rect">
            <a:avLst/>
          </a:prstGeom>
        </p:spPr>
        <p:txBody>
          <a:bodyPr anchor="t" rtlCol="false" tIns="0" lIns="0" bIns="0" rIns="0">
            <a:spAutoFit/>
          </a:bodyPr>
          <a:lstStyle/>
          <a:p>
            <a:pPr algn="l" marL="0" indent="0" lvl="0">
              <a:lnSpc>
                <a:spcPts val="13588"/>
              </a:lnSpc>
              <a:spcBef>
                <a:spcPct val="0"/>
              </a:spcBef>
            </a:pPr>
            <a:r>
              <a:rPr lang="en-US" b="true" sz="17201" spc="-2029">
                <a:solidFill>
                  <a:srgbClr val="000000"/>
                </a:solidFill>
                <a:latin typeface="Inter 2 Bold"/>
                <a:ea typeface="Inter 2 Bold"/>
                <a:cs typeface="Inter 2 Bold"/>
                <a:sym typeface="Inter 2 Bold"/>
              </a:rPr>
              <a:t>IN CONCLUSION,</a:t>
            </a:r>
          </a:p>
        </p:txBody>
      </p:sp>
      <p:sp>
        <p:nvSpPr>
          <p:cNvPr name="TextBox 5" id="5"/>
          <p:cNvSpPr txBox="true"/>
          <p:nvPr/>
        </p:nvSpPr>
        <p:spPr>
          <a:xfrm rot="0">
            <a:off x="14896495" y="1080739"/>
            <a:ext cx="2458055" cy="712470"/>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91813" y="3803594"/>
            <a:ext cx="17092658" cy="10930623"/>
          </a:xfrm>
          <a:custGeom>
            <a:avLst/>
            <a:gdLst/>
            <a:ahLst/>
            <a:cxnLst/>
            <a:rect r="r" b="b" t="t" l="l"/>
            <a:pathLst>
              <a:path h="10930623" w="17092658">
                <a:moveTo>
                  <a:pt x="0" y="0"/>
                </a:moveTo>
                <a:lnTo>
                  <a:pt x="17092658" y="0"/>
                </a:lnTo>
                <a:lnTo>
                  <a:pt x="17092658" y="10930623"/>
                </a:lnTo>
                <a:lnTo>
                  <a:pt x="0" y="10930623"/>
                </a:lnTo>
                <a:lnTo>
                  <a:pt x="0" y="0"/>
                </a:lnTo>
                <a:close/>
              </a:path>
            </a:pathLst>
          </a:custGeom>
          <a:blipFill>
            <a:blip r:embed="rId2"/>
            <a:stretch>
              <a:fillRect l="-22496" t="0" r="-2894" b="0"/>
            </a:stretch>
          </a:blipFill>
        </p:spPr>
      </p:sp>
      <p:sp>
        <p:nvSpPr>
          <p:cNvPr name="TextBox 3" id="3"/>
          <p:cNvSpPr txBox="true"/>
          <p:nvPr/>
        </p:nvSpPr>
        <p:spPr>
          <a:xfrm rot="0">
            <a:off x="974199" y="2290661"/>
            <a:ext cx="6870406" cy="2344421"/>
          </a:xfrm>
          <a:prstGeom prst="rect">
            <a:avLst/>
          </a:prstGeom>
        </p:spPr>
        <p:txBody>
          <a:bodyPr anchor="t" rtlCol="false" tIns="0" lIns="0" bIns="0" rIns="0">
            <a:spAutoFit/>
          </a:bodyPr>
          <a:lstStyle/>
          <a:p>
            <a:pPr algn="l" marL="0" indent="0" lvl="0">
              <a:lnSpc>
                <a:spcPts val="8690"/>
              </a:lnSpc>
            </a:pPr>
            <a:r>
              <a:rPr lang="en-US" b="true" sz="11000" spc="-1298">
                <a:solidFill>
                  <a:srgbClr val="000000"/>
                </a:solidFill>
                <a:latin typeface="Inter 2 Bold"/>
                <a:ea typeface="Inter 2 Bold"/>
                <a:cs typeface="Inter 2 Bold"/>
                <a:sym typeface="Inter 2 Bold"/>
              </a:rPr>
              <a:t>RESEARCH FINDINGS</a:t>
            </a:r>
          </a:p>
        </p:txBody>
      </p:sp>
      <p:sp>
        <p:nvSpPr>
          <p:cNvPr name="TextBox 4" id="4"/>
          <p:cNvSpPr txBox="true"/>
          <p:nvPr/>
        </p:nvSpPr>
        <p:spPr>
          <a:xfrm rot="0">
            <a:off x="14896495" y="1080739"/>
            <a:ext cx="2458055" cy="712470"/>
          </a:xfrm>
          <a:prstGeom prst="rect">
            <a:avLst/>
          </a:prstGeom>
        </p:spPr>
        <p:txBody>
          <a:bodyPr anchor="t" rtlCol="false" tIns="0" lIns="0" bIns="0" rIns="0">
            <a:spAutoFit/>
          </a:bodyPr>
          <a:lstStyle/>
          <a:p>
            <a:pPr algn="r" marL="0" indent="0" lvl="0">
              <a:lnSpc>
                <a:spcPts val="5114"/>
              </a:lnSpc>
            </a:pPr>
            <a:r>
              <a:rPr lang="en-US" b="true" sz="5499" spc="-164">
                <a:solidFill>
                  <a:srgbClr val="CA0013"/>
                </a:solidFill>
                <a:latin typeface="Inter 2 Bold"/>
                <a:ea typeface="Inter 2 Bold"/>
                <a:cs typeface="Inter 2 Bold"/>
                <a:sym typeface="Inter 2 Bold"/>
              </a:rPr>
              <a:t>(05)</a:t>
            </a:r>
          </a:p>
        </p:txBody>
      </p:sp>
      <p:sp>
        <p:nvSpPr>
          <p:cNvPr name="TextBox 5" id="5"/>
          <p:cNvSpPr txBox="true"/>
          <p:nvPr/>
        </p:nvSpPr>
        <p:spPr>
          <a:xfrm rot="0">
            <a:off x="14605402" y="4216544"/>
            <a:ext cx="2653898" cy="2506980"/>
          </a:xfrm>
          <a:prstGeom prst="rect">
            <a:avLst/>
          </a:prstGeom>
        </p:spPr>
        <p:txBody>
          <a:bodyPr anchor="t" rtlCol="false" tIns="0" lIns="0" bIns="0" rIns="0">
            <a:spAutoFit/>
          </a:bodyPr>
          <a:lstStyle/>
          <a:p>
            <a:pPr algn="l" marL="0" indent="0" lvl="0">
              <a:lnSpc>
                <a:spcPts val="2520"/>
              </a:lnSpc>
            </a:pPr>
            <a:r>
              <a:rPr lang="en-US" sz="1800" spc="-160">
                <a:solidFill>
                  <a:srgbClr val="000000"/>
                </a:solidFill>
                <a:latin typeface="Inter 2"/>
                <a:ea typeface="Inter 2"/>
                <a:cs typeface="Inter 2"/>
                <a:sym typeface="Inter 2"/>
              </a:rPr>
              <a:t>Proin aliquam</a:t>
            </a:r>
            <a:r>
              <a:rPr lang="en-US" sz="1800" spc="-160">
                <a:solidFill>
                  <a:srgbClr val="000000"/>
                </a:solidFill>
                <a:latin typeface="Inter 2"/>
                <a:ea typeface="Inter 2"/>
                <a:cs typeface="Inter 2"/>
                <a:sym typeface="Inter 2"/>
              </a:rPr>
              <a:t> mollis justo, a suscipit mi venenatis sit amet. Quisque euismod rutrum sollicitudin. Nunc vitae nisl arcu. Quisque ac tincidunt dolor, eu aliquet nisi. Phasellus vel egestas nunc, ac congue eros. Quisque pharetra velit id </a:t>
            </a:r>
          </a:p>
        </p:txBody>
      </p:sp>
      <p:sp>
        <p:nvSpPr>
          <p:cNvPr name="TextBox 6" id="6"/>
          <p:cNvSpPr txBox="true"/>
          <p:nvPr/>
        </p:nvSpPr>
        <p:spPr>
          <a:xfrm rot="0">
            <a:off x="9542061" y="4346812"/>
            <a:ext cx="4799270" cy="1714119"/>
          </a:xfrm>
          <a:prstGeom prst="rect">
            <a:avLst/>
          </a:prstGeom>
        </p:spPr>
        <p:txBody>
          <a:bodyPr anchor="t" rtlCol="false" tIns="0" lIns="0" bIns="0" rIns="0">
            <a:spAutoFit/>
          </a:bodyPr>
          <a:lstStyle/>
          <a:p>
            <a:pPr algn="r" marL="0" indent="0" lvl="0">
              <a:lnSpc>
                <a:spcPts val="3348"/>
              </a:lnSpc>
            </a:pPr>
            <a:r>
              <a:rPr lang="en-US" b="true" sz="3600" spc="-107">
                <a:solidFill>
                  <a:srgbClr val="000000"/>
                </a:solidFill>
                <a:latin typeface="Inter 2 Bold"/>
                <a:ea typeface="Inter 2 Bold"/>
                <a:cs typeface="Inter 2 Bold"/>
                <a:sym typeface="Inter 2 Bold"/>
              </a:rPr>
              <a:t>60% OF BUYERS PRIORITIZE AUTHENTIC CONTENT.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8740" y="3562755"/>
            <a:ext cx="15530520" cy="4254991"/>
          </a:xfrm>
          <a:prstGeom prst="rect">
            <a:avLst/>
          </a:prstGeom>
        </p:spPr>
        <p:txBody>
          <a:bodyPr anchor="t" rtlCol="false" tIns="0" lIns="0" bIns="0" rIns="0">
            <a:spAutoFit/>
          </a:bodyPr>
          <a:lstStyle/>
          <a:p>
            <a:pPr algn="ctr" marL="0" indent="0" lvl="0">
              <a:lnSpc>
                <a:spcPts val="10696"/>
              </a:lnSpc>
            </a:pPr>
            <a:r>
              <a:rPr lang="en-US" b="true" sz="13539" spc="-1597">
                <a:solidFill>
                  <a:srgbClr val="000000"/>
                </a:solidFill>
                <a:latin typeface="Inter 2 Bold"/>
                <a:ea typeface="Inter 2 Bold"/>
                <a:cs typeface="Inter 2 Bold"/>
                <a:sym typeface="Inter 2 Bold"/>
              </a:rPr>
              <a:t>LET’S CREATE SOMETHING AMAZING TOGETHER</a:t>
            </a:r>
          </a:p>
        </p:txBody>
      </p:sp>
      <p:sp>
        <p:nvSpPr>
          <p:cNvPr name="Freeform 3" id="3"/>
          <p:cNvSpPr/>
          <p:nvPr/>
        </p:nvSpPr>
        <p:spPr>
          <a:xfrm flipH="false" flipV="false" rot="0">
            <a:off x="8269824" y="668641"/>
            <a:ext cx="1748353" cy="1372521"/>
          </a:xfrm>
          <a:custGeom>
            <a:avLst/>
            <a:gdLst/>
            <a:ahLst/>
            <a:cxnLst/>
            <a:rect r="r" b="b" t="t" l="l"/>
            <a:pathLst>
              <a:path h="1372521" w="1748353">
                <a:moveTo>
                  <a:pt x="0" y="0"/>
                </a:moveTo>
                <a:lnTo>
                  <a:pt x="1748352" y="0"/>
                </a:lnTo>
                <a:lnTo>
                  <a:pt x="1748352" y="1372521"/>
                </a:lnTo>
                <a:lnTo>
                  <a:pt x="0" y="1372521"/>
                </a:lnTo>
                <a:lnTo>
                  <a:pt x="0" y="0"/>
                </a:lnTo>
                <a:close/>
              </a:path>
            </a:pathLst>
          </a:custGeom>
          <a:blipFill>
            <a:blip r:embed="rId2"/>
            <a:stretch>
              <a:fillRect l="0" t="0" r="0" b="-472"/>
            </a:stretch>
          </a:blipFill>
        </p:spPr>
      </p:sp>
      <p:sp>
        <p:nvSpPr>
          <p:cNvPr name="Freeform 4" id="4"/>
          <p:cNvSpPr/>
          <p:nvPr/>
        </p:nvSpPr>
        <p:spPr>
          <a:xfrm flipH="false" flipV="false" rot="0">
            <a:off x="12645688" y="1075386"/>
            <a:ext cx="2150459" cy="454284"/>
          </a:xfrm>
          <a:custGeom>
            <a:avLst/>
            <a:gdLst/>
            <a:ahLst/>
            <a:cxnLst/>
            <a:rect r="r" b="b" t="t" l="l"/>
            <a:pathLst>
              <a:path h="454284" w="2150459">
                <a:moveTo>
                  <a:pt x="0" y="0"/>
                </a:moveTo>
                <a:lnTo>
                  <a:pt x="2150459" y="0"/>
                </a:lnTo>
                <a:lnTo>
                  <a:pt x="2150459" y="454284"/>
                </a:lnTo>
                <a:lnTo>
                  <a:pt x="0" y="454284"/>
                </a:lnTo>
                <a:lnTo>
                  <a:pt x="0" y="0"/>
                </a:lnTo>
                <a:close/>
              </a:path>
            </a:pathLst>
          </a:custGeom>
          <a:blipFill>
            <a:blip r:embed="rId3"/>
            <a:stretch>
              <a:fillRect l="0" t="0" r="0" b="0"/>
            </a:stretch>
          </a:blipFill>
        </p:spPr>
      </p:sp>
      <p:sp>
        <p:nvSpPr>
          <p:cNvPr name="Freeform 5" id="5"/>
          <p:cNvSpPr/>
          <p:nvPr/>
        </p:nvSpPr>
        <p:spPr>
          <a:xfrm flipH="false" flipV="false" rot="0">
            <a:off x="15174425" y="984821"/>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4"/>
            <a:stretch>
              <a:fillRect l="0" t="0" r="0" b="0"/>
            </a:stretch>
          </a:blipFill>
        </p:spPr>
      </p:sp>
      <p:sp>
        <p:nvSpPr>
          <p:cNvPr name="Freeform 6" id="6"/>
          <p:cNvSpPr/>
          <p:nvPr/>
        </p:nvSpPr>
        <p:spPr>
          <a:xfrm flipH="false" flipV="false" rot="0">
            <a:off x="807605" y="860320"/>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5"/>
            <a:stretch>
              <a:fillRect l="0" t="0" r="0" b="0"/>
            </a:stretch>
          </a:blipFill>
        </p:spPr>
      </p:sp>
      <p:sp>
        <p:nvSpPr>
          <p:cNvPr name="Freeform 7" id="7"/>
          <p:cNvSpPr/>
          <p:nvPr/>
        </p:nvSpPr>
        <p:spPr>
          <a:xfrm flipH="false" flipV="false" rot="0">
            <a:off x="3330473" y="371800"/>
            <a:ext cx="1466323" cy="1466323"/>
          </a:xfrm>
          <a:custGeom>
            <a:avLst/>
            <a:gdLst/>
            <a:ahLst/>
            <a:cxnLst/>
            <a:rect r="r" b="b" t="t" l="l"/>
            <a:pathLst>
              <a:path h="1466323" w="1466323">
                <a:moveTo>
                  <a:pt x="0" y="0"/>
                </a:moveTo>
                <a:lnTo>
                  <a:pt x="1466322" y="0"/>
                </a:lnTo>
                <a:lnTo>
                  <a:pt x="1466322" y="1466323"/>
                </a:lnTo>
                <a:lnTo>
                  <a:pt x="0" y="1466323"/>
                </a:lnTo>
                <a:lnTo>
                  <a:pt x="0" y="0"/>
                </a:lnTo>
                <a:close/>
              </a:path>
            </a:pathLst>
          </a:custGeom>
          <a:blipFill>
            <a:blip r:embed="rId6"/>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01640" y="4498975"/>
            <a:ext cx="16557660" cy="1479551"/>
          </a:xfrm>
          <a:prstGeom prst="rect">
            <a:avLst/>
          </a:prstGeom>
        </p:spPr>
        <p:txBody>
          <a:bodyPr anchor="t" rtlCol="false" tIns="0" lIns="0" bIns="0" rIns="0">
            <a:spAutoFit/>
          </a:bodyPr>
          <a:lstStyle/>
          <a:p>
            <a:pPr algn="ctr" marL="0" indent="0" lvl="0">
              <a:lnSpc>
                <a:spcPts val="11000"/>
              </a:lnSpc>
            </a:pPr>
            <a:r>
              <a:rPr lang="en-US" b="true" sz="11000" spc="-1210">
                <a:solidFill>
                  <a:srgbClr val="CA0013"/>
                </a:solidFill>
                <a:latin typeface="Inter 2 Bold"/>
                <a:ea typeface="Inter 2 Bold"/>
                <a:cs typeface="Inter 2 Bold"/>
                <a:sym typeface="Inter 2 Bold"/>
              </a:rPr>
              <a:t>GUIDELINE</a:t>
            </a:r>
          </a:p>
        </p:txBody>
      </p:sp>
      <p:sp>
        <p:nvSpPr>
          <p:cNvPr name="Freeform 3" id="3"/>
          <p:cNvSpPr/>
          <p:nvPr/>
        </p:nvSpPr>
        <p:spPr>
          <a:xfrm flipH="false" flipV="false" rot="0">
            <a:off x="8269824" y="668641"/>
            <a:ext cx="1748353" cy="1372521"/>
          </a:xfrm>
          <a:custGeom>
            <a:avLst/>
            <a:gdLst/>
            <a:ahLst/>
            <a:cxnLst/>
            <a:rect r="r" b="b" t="t" l="l"/>
            <a:pathLst>
              <a:path h="1372521" w="1748353">
                <a:moveTo>
                  <a:pt x="0" y="0"/>
                </a:moveTo>
                <a:lnTo>
                  <a:pt x="1748352" y="0"/>
                </a:lnTo>
                <a:lnTo>
                  <a:pt x="1748352" y="1372521"/>
                </a:lnTo>
                <a:lnTo>
                  <a:pt x="0" y="1372521"/>
                </a:lnTo>
                <a:lnTo>
                  <a:pt x="0" y="0"/>
                </a:lnTo>
                <a:close/>
              </a:path>
            </a:pathLst>
          </a:custGeom>
          <a:blipFill>
            <a:blip r:embed="rId2"/>
            <a:stretch>
              <a:fillRect l="0" t="0" r="0" b="-472"/>
            </a:stretch>
          </a:blipFill>
        </p:spPr>
      </p:sp>
      <p:sp>
        <p:nvSpPr>
          <p:cNvPr name="Freeform 4" id="4"/>
          <p:cNvSpPr/>
          <p:nvPr/>
        </p:nvSpPr>
        <p:spPr>
          <a:xfrm flipH="false" flipV="false" rot="0">
            <a:off x="12645688" y="1075386"/>
            <a:ext cx="2150459" cy="454284"/>
          </a:xfrm>
          <a:custGeom>
            <a:avLst/>
            <a:gdLst/>
            <a:ahLst/>
            <a:cxnLst/>
            <a:rect r="r" b="b" t="t" l="l"/>
            <a:pathLst>
              <a:path h="454284" w="2150459">
                <a:moveTo>
                  <a:pt x="0" y="0"/>
                </a:moveTo>
                <a:lnTo>
                  <a:pt x="2150459" y="0"/>
                </a:lnTo>
                <a:lnTo>
                  <a:pt x="2150459" y="454284"/>
                </a:lnTo>
                <a:lnTo>
                  <a:pt x="0" y="454284"/>
                </a:lnTo>
                <a:lnTo>
                  <a:pt x="0" y="0"/>
                </a:lnTo>
                <a:close/>
              </a:path>
            </a:pathLst>
          </a:custGeom>
          <a:blipFill>
            <a:blip r:embed="rId3"/>
            <a:stretch>
              <a:fillRect l="0" t="0" r="0" b="0"/>
            </a:stretch>
          </a:blipFill>
        </p:spPr>
      </p:sp>
      <p:sp>
        <p:nvSpPr>
          <p:cNvPr name="Freeform 5" id="5"/>
          <p:cNvSpPr/>
          <p:nvPr/>
        </p:nvSpPr>
        <p:spPr>
          <a:xfrm flipH="false" flipV="false" rot="0">
            <a:off x="15174425" y="984821"/>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4"/>
            <a:stretch>
              <a:fillRect l="0" t="0" r="0" b="0"/>
            </a:stretch>
          </a:blipFill>
        </p:spPr>
      </p:sp>
      <p:sp>
        <p:nvSpPr>
          <p:cNvPr name="Freeform 6" id="6"/>
          <p:cNvSpPr/>
          <p:nvPr/>
        </p:nvSpPr>
        <p:spPr>
          <a:xfrm flipH="false" flipV="false" rot="0">
            <a:off x="807605" y="860320"/>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5"/>
            <a:stretch>
              <a:fillRect l="0" t="0" r="0" b="0"/>
            </a:stretch>
          </a:blipFill>
        </p:spPr>
      </p:sp>
      <p:sp>
        <p:nvSpPr>
          <p:cNvPr name="Freeform 7" id="7"/>
          <p:cNvSpPr/>
          <p:nvPr/>
        </p:nvSpPr>
        <p:spPr>
          <a:xfrm flipH="false" flipV="false" rot="0">
            <a:off x="3330473" y="371800"/>
            <a:ext cx="1466323" cy="1466323"/>
          </a:xfrm>
          <a:custGeom>
            <a:avLst/>
            <a:gdLst/>
            <a:ahLst/>
            <a:cxnLst/>
            <a:rect r="r" b="b" t="t" l="l"/>
            <a:pathLst>
              <a:path h="1466323" w="1466323">
                <a:moveTo>
                  <a:pt x="0" y="0"/>
                </a:moveTo>
                <a:lnTo>
                  <a:pt x="1466322" y="0"/>
                </a:lnTo>
                <a:lnTo>
                  <a:pt x="1466322" y="1466323"/>
                </a:lnTo>
                <a:lnTo>
                  <a:pt x="0" y="1466323"/>
                </a:lnTo>
                <a:lnTo>
                  <a:pt x="0" y="0"/>
                </a:lnTo>
                <a:close/>
              </a:path>
            </a:pathLst>
          </a:custGeom>
          <a:blipFill>
            <a:blip r:embed="rId6"/>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271544" y="3839047"/>
            <a:ext cx="2565525" cy="2401768"/>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CA0013"/>
            </a:solidFill>
          </p:spPr>
        </p:sp>
        <p:sp>
          <p:nvSpPr>
            <p:cNvPr name="TextBox 4" id="4"/>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5" id="5"/>
          <p:cNvGrpSpPr/>
          <p:nvPr/>
        </p:nvGrpSpPr>
        <p:grpSpPr>
          <a:xfrm rot="0">
            <a:off x="9271544" y="7184859"/>
            <a:ext cx="1780420" cy="166677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636363"/>
            </a:solidFill>
          </p:spPr>
        </p:sp>
        <p:sp>
          <p:nvSpPr>
            <p:cNvPr name="TextBox 7" id="7"/>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8" id="8"/>
          <p:cNvGrpSpPr/>
          <p:nvPr/>
        </p:nvGrpSpPr>
        <p:grpSpPr>
          <a:xfrm rot="0">
            <a:off x="11982197" y="3839047"/>
            <a:ext cx="2565525" cy="2401768"/>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000000"/>
            </a:solidFill>
          </p:spPr>
        </p:sp>
        <p:sp>
          <p:nvSpPr>
            <p:cNvPr name="TextBox 10" id="10"/>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grpSp>
        <p:nvGrpSpPr>
          <p:cNvPr name="Group 11" id="11"/>
          <p:cNvGrpSpPr/>
          <p:nvPr/>
        </p:nvGrpSpPr>
        <p:grpSpPr>
          <a:xfrm rot="0">
            <a:off x="14693775" y="3839047"/>
            <a:ext cx="2565525" cy="2401768"/>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FFFFF"/>
            </a:solidFill>
            <a:ln w="9525" cap="sq">
              <a:solidFill>
                <a:srgbClr val="000000"/>
              </a:solidFill>
              <a:prstDash val="solid"/>
              <a:miter/>
            </a:ln>
          </p:spPr>
        </p:sp>
        <p:sp>
          <p:nvSpPr>
            <p:cNvPr name="TextBox 13" id="13"/>
            <p:cNvSpPr txBox="true"/>
            <p:nvPr/>
          </p:nvSpPr>
          <p:spPr>
            <a:xfrm>
              <a:off x="101600" y="209550"/>
              <a:ext cx="393700" cy="217170"/>
            </a:xfrm>
            <a:prstGeom prst="rect">
              <a:avLst/>
            </a:prstGeom>
          </p:spPr>
          <p:txBody>
            <a:bodyPr anchor="ctr" rtlCol="false" tIns="50800" lIns="50800" bIns="50800" rIns="50800"/>
            <a:lstStyle/>
            <a:p>
              <a:pPr algn="ctr">
                <a:lnSpc>
                  <a:spcPts val="1659"/>
                </a:lnSpc>
              </a:pPr>
            </a:p>
          </p:txBody>
        </p:sp>
      </p:grpSp>
      <p:sp>
        <p:nvSpPr>
          <p:cNvPr name="TextBox 14" id="14"/>
          <p:cNvSpPr txBox="true"/>
          <p:nvPr/>
        </p:nvSpPr>
        <p:spPr>
          <a:xfrm rot="0">
            <a:off x="1028700" y="4652732"/>
            <a:ext cx="6162919" cy="1249046"/>
          </a:xfrm>
          <a:prstGeom prst="rect">
            <a:avLst/>
          </a:prstGeom>
        </p:spPr>
        <p:txBody>
          <a:bodyPr anchor="t" rtlCol="false" tIns="0" lIns="0" bIns="0" rIns="0">
            <a:spAutoFit/>
          </a:bodyPr>
          <a:lstStyle/>
          <a:p>
            <a:pPr algn="l" marL="0" indent="0" lvl="0">
              <a:lnSpc>
                <a:spcPts val="8690"/>
              </a:lnSpc>
            </a:pPr>
            <a:r>
              <a:rPr lang="en-US" b="true" sz="11000" spc="-1100">
                <a:solidFill>
                  <a:srgbClr val="000000"/>
                </a:solidFill>
                <a:latin typeface="Inter 2 Bold"/>
                <a:ea typeface="Inter 2 Bold"/>
                <a:cs typeface="Inter 2 Bold"/>
                <a:sym typeface="Inter 2 Bold"/>
              </a:rPr>
              <a:t>title  110pt</a:t>
            </a:r>
          </a:p>
        </p:txBody>
      </p:sp>
      <p:sp>
        <p:nvSpPr>
          <p:cNvPr name="TextBox 15" id="15"/>
          <p:cNvSpPr txBox="true"/>
          <p:nvPr/>
        </p:nvSpPr>
        <p:spPr>
          <a:xfrm rot="0">
            <a:off x="1028700" y="5707218"/>
            <a:ext cx="6162919" cy="629285"/>
          </a:xfrm>
          <a:prstGeom prst="rect">
            <a:avLst/>
          </a:prstGeom>
        </p:spPr>
        <p:txBody>
          <a:bodyPr anchor="t" rtlCol="false" tIns="0" lIns="0" bIns="0" rIns="0">
            <a:spAutoFit/>
          </a:bodyPr>
          <a:lstStyle/>
          <a:p>
            <a:pPr algn="l" marL="0" indent="0" lvl="0">
              <a:lnSpc>
                <a:spcPts val="4344"/>
              </a:lnSpc>
            </a:pPr>
            <a:r>
              <a:rPr lang="en-US" b="true" sz="5499" spc="-549">
                <a:solidFill>
                  <a:srgbClr val="000000"/>
                </a:solidFill>
                <a:latin typeface="Inter 2 Bold"/>
                <a:ea typeface="Inter 2 Bold"/>
                <a:cs typeface="Inter 2 Bold"/>
                <a:sym typeface="Inter 2 Bold"/>
              </a:rPr>
              <a:t>subttile 55pt</a:t>
            </a:r>
          </a:p>
        </p:txBody>
      </p:sp>
      <p:sp>
        <p:nvSpPr>
          <p:cNvPr name="TextBox 16" id="16"/>
          <p:cNvSpPr txBox="true"/>
          <p:nvPr/>
        </p:nvSpPr>
        <p:spPr>
          <a:xfrm rot="0">
            <a:off x="15017406" y="3301640"/>
            <a:ext cx="2241894" cy="406527"/>
          </a:xfrm>
          <a:prstGeom prst="rect">
            <a:avLst/>
          </a:prstGeom>
        </p:spPr>
        <p:txBody>
          <a:bodyPr anchor="t" rtlCol="false" tIns="0" lIns="0" bIns="0" rIns="0">
            <a:spAutoFit/>
          </a:bodyPr>
          <a:lstStyle/>
          <a:p>
            <a:pPr algn="r" marL="0" indent="0" lvl="0">
              <a:lnSpc>
                <a:spcPts val="2844"/>
              </a:lnSpc>
            </a:pPr>
            <a:r>
              <a:rPr lang="en-US" b="true" sz="3600" spc="-359">
                <a:solidFill>
                  <a:srgbClr val="CA0013"/>
                </a:solidFill>
                <a:latin typeface="Inter 2 Bold"/>
                <a:ea typeface="Inter 2 Bold"/>
                <a:cs typeface="Inter 2 Bold"/>
                <a:sym typeface="Inter 2 Bold"/>
              </a:rPr>
              <a:t>primary</a:t>
            </a:r>
          </a:p>
        </p:txBody>
      </p:sp>
      <p:sp>
        <p:nvSpPr>
          <p:cNvPr name="TextBox 17" id="17"/>
          <p:cNvSpPr txBox="true"/>
          <p:nvPr/>
        </p:nvSpPr>
        <p:spPr>
          <a:xfrm rot="0">
            <a:off x="1028700" y="7412711"/>
            <a:ext cx="3081460" cy="267843"/>
          </a:xfrm>
          <a:prstGeom prst="rect">
            <a:avLst/>
          </a:prstGeom>
        </p:spPr>
        <p:txBody>
          <a:bodyPr anchor="t" rtlCol="false" tIns="0" lIns="0" bIns="0" rIns="0">
            <a:spAutoFit/>
          </a:bodyPr>
          <a:lstStyle/>
          <a:p>
            <a:pPr algn="l" marL="0" indent="0" lvl="0">
              <a:lnSpc>
                <a:spcPts val="1896"/>
              </a:lnSpc>
            </a:pPr>
            <a:r>
              <a:rPr lang="en-US" b="true" sz="2400" spc="-240">
                <a:solidFill>
                  <a:srgbClr val="000000"/>
                </a:solidFill>
                <a:latin typeface="Inter 2 Bold"/>
                <a:ea typeface="Inter 2 Bold"/>
                <a:cs typeface="Inter 2 Bold"/>
                <a:sym typeface="Inter 2 Bold"/>
              </a:rPr>
              <a:t>heading  level 4 - 24pt</a:t>
            </a:r>
          </a:p>
        </p:txBody>
      </p:sp>
      <p:sp>
        <p:nvSpPr>
          <p:cNvPr name="TextBox 18" id="18"/>
          <p:cNvSpPr txBox="true"/>
          <p:nvPr/>
        </p:nvSpPr>
        <p:spPr>
          <a:xfrm rot="0">
            <a:off x="1028700" y="6910934"/>
            <a:ext cx="6162919" cy="406527"/>
          </a:xfrm>
          <a:prstGeom prst="rect">
            <a:avLst/>
          </a:prstGeom>
        </p:spPr>
        <p:txBody>
          <a:bodyPr anchor="t" rtlCol="false" tIns="0" lIns="0" bIns="0" rIns="0">
            <a:spAutoFit/>
          </a:bodyPr>
          <a:lstStyle/>
          <a:p>
            <a:pPr algn="l" marL="0" indent="0" lvl="0">
              <a:lnSpc>
                <a:spcPts val="2844"/>
              </a:lnSpc>
            </a:pPr>
            <a:r>
              <a:rPr lang="en-US" b="true" sz="3600" spc="-359">
                <a:solidFill>
                  <a:srgbClr val="000000"/>
                </a:solidFill>
                <a:latin typeface="Inter 2 Bold"/>
                <a:ea typeface="Inter 2 Bold"/>
                <a:cs typeface="Inter 2 Bold"/>
                <a:sym typeface="Inter 2 Bold"/>
              </a:rPr>
              <a:t>heading  level 3 - 36pt</a:t>
            </a:r>
          </a:p>
        </p:txBody>
      </p:sp>
      <p:sp>
        <p:nvSpPr>
          <p:cNvPr name="TextBox 19" id="19"/>
          <p:cNvSpPr txBox="true"/>
          <p:nvPr/>
        </p:nvSpPr>
        <p:spPr>
          <a:xfrm rot="0">
            <a:off x="11254492" y="7318209"/>
            <a:ext cx="2241894" cy="406527"/>
          </a:xfrm>
          <a:prstGeom prst="rect">
            <a:avLst/>
          </a:prstGeom>
        </p:spPr>
        <p:txBody>
          <a:bodyPr anchor="t" rtlCol="false" tIns="0" lIns="0" bIns="0" rIns="0">
            <a:spAutoFit/>
          </a:bodyPr>
          <a:lstStyle/>
          <a:p>
            <a:pPr algn="l" marL="0" indent="0" lvl="0">
              <a:lnSpc>
                <a:spcPts val="2844"/>
              </a:lnSpc>
            </a:pPr>
            <a:r>
              <a:rPr lang="en-US" b="true" sz="3600" spc="-359">
                <a:solidFill>
                  <a:srgbClr val="000000"/>
                </a:solidFill>
                <a:latin typeface="Inter 2 Bold"/>
                <a:ea typeface="Inter 2 Bold"/>
                <a:cs typeface="Inter 2 Bold"/>
                <a:sym typeface="Inter 2 Bold"/>
              </a:rPr>
              <a:t>secondary</a:t>
            </a:r>
          </a:p>
        </p:txBody>
      </p:sp>
      <p:sp>
        <p:nvSpPr>
          <p:cNvPr name="TextBox 20" id="20"/>
          <p:cNvSpPr txBox="true"/>
          <p:nvPr/>
        </p:nvSpPr>
        <p:spPr>
          <a:xfrm rot="0">
            <a:off x="1028700" y="7933538"/>
            <a:ext cx="6162919" cy="227965"/>
          </a:xfrm>
          <a:prstGeom prst="rect">
            <a:avLst/>
          </a:prstGeom>
        </p:spPr>
        <p:txBody>
          <a:bodyPr anchor="t" rtlCol="false" tIns="0" lIns="0" bIns="0" rIns="0">
            <a:spAutoFit/>
          </a:bodyPr>
          <a:lstStyle/>
          <a:p>
            <a:pPr algn="l" marL="0" indent="0" lvl="0">
              <a:lnSpc>
                <a:spcPts val="1580"/>
              </a:lnSpc>
            </a:pPr>
            <a:r>
              <a:rPr lang="en-US" sz="2000" spc="-200">
                <a:solidFill>
                  <a:srgbClr val="000000"/>
                </a:solidFill>
                <a:latin typeface="Inter 2"/>
                <a:ea typeface="Inter 2"/>
                <a:cs typeface="Inter 2"/>
                <a:sym typeface="Inter 2"/>
              </a:rPr>
              <a:t>subheading  20pt bold</a:t>
            </a:r>
          </a:p>
        </p:txBody>
      </p:sp>
      <p:sp>
        <p:nvSpPr>
          <p:cNvPr name="TextBox 21" id="21"/>
          <p:cNvSpPr txBox="true"/>
          <p:nvPr/>
        </p:nvSpPr>
        <p:spPr>
          <a:xfrm rot="0">
            <a:off x="1028700" y="8175584"/>
            <a:ext cx="6162919" cy="198501"/>
          </a:xfrm>
          <a:prstGeom prst="rect">
            <a:avLst/>
          </a:prstGeom>
        </p:spPr>
        <p:txBody>
          <a:bodyPr anchor="t" rtlCol="false" tIns="0" lIns="0" bIns="0" rIns="0">
            <a:spAutoFit/>
          </a:bodyPr>
          <a:lstStyle/>
          <a:p>
            <a:pPr algn="l" marL="0" indent="0" lvl="0">
              <a:lnSpc>
                <a:spcPts val="1422"/>
              </a:lnSpc>
            </a:pPr>
            <a:r>
              <a:rPr lang="en-US" sz="1800" spc="-179">
                <a:solidFill>
                  <a:srgbClr val="000000"/>
                </a:solidFill>
                <a:latin typeface="Inter 2"/>
                <a:ea typeface="Inter 2"/>
                <a:cs typeface="Inter 2"/>
                <a:sym typeface="Inter 2"/>
              </a:rPr>
              <a:t>papargraph text - 18pt</a:t>
            </a:r>
          </a:p>
        </p:txBody>
      </p:sp>
      <p:sp>
        <p:nvSpPr>
          <p:cNvPr name="TextBox 22" id="22"/>
          <p:cNvSpPr txBox="true"/>
          <p:nvPr/>
        </p:nvSpPr>
        <p:spPr>
          <a:xfrm rot="0">
            <a:off x="9271544"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CA0013"/>
                </a:solidFill>
                <a:latin typeface="Inter 2"/>
                <a:ea typeface="Inter 2"/>
                <a:cs typeface="Inter 2"/>
                <a:sym typeface="Inter 2"/>
              </a:rPr>
              <a:t>#CA0013</a:t>
            </a:r>
          </a:p>
        </p:txBody>
      </p:sp>
      <p:sp>
        <p:nvSpPr>
          <p:cNvPr name="TextBox 23" id="23"/>
          <p:cNvSpPr txBox="true"/>
          <p:nvPr/>
        </p:nvSpPr>
        <p:spPr>
          <a:xfrm rot="0">
            <a:off x="9271544" y="916596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CA0013"/>
                </a:solidFill>
                <a:latin typeface="Inter 2"/>
                <a:ea typeface="Inter 2"/>
                <a:cs typeface="Inter 2"/>
                <a:sym typeface="Inter 2"/>
              </a:rPr>
              <a:t>#636363</a:t>
            </a:r>
          </a:p>
        </p:txBody>
      </p:sp>
      <p:sp>
        <p:nvSpPr>
          <p:cNvPr name="TextBox 24" id="24"/>
          <p:cNvSpPr txBox="true"/>
          <p:nvPr/>
        </p:nvSpPr>
        <p:spPr>
          <a:xfrm rot="0">
            <a:off x="12023205"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CA0013"/>
                </a:solidFill>
                <a:latin typeface="Inter 2"/>
                <a:ea typeface="Inter 2"/>
                <a:cs typeface="Inter 2"/>
                <a:sym typeface="Inter 2"/>
              </a:rPr>
              <a:t>#000000</a:t>
            </a:r>
          </a:p>
        </p:txBody>
      </p:sp>
      <p:sp>
        <p:nvSpPr>
          <p:cNvPr name="TextBox 25" id="25"/>
          <p:cNvSpPr txBox="true"/>
          <p:nvPr/>
        </p:nvSpPr>
        <p:spPr>
          <a:xfrm rot="0">
            <a:off x="14693775" y="6556151"/>
            <a:ext cx="1473181" cy="198501"/>
          </a:xfrm>
          <a:prstGeom prst="rect">
            <a:avLst/>
          </a:prstGeom>
        </p:spPr>
        <p:txBody>
          <a:bodyPr anchor="t" rtlCol="false" tIns="0" lIns="0" bIns="0" rIns="0">
            <a:spAutoFit/>
          </a:bodyPr>
          <a:lstStyle/>
          <a:p>
            <a:pPr algn="l" marL="0" indent="0" lvl="0">
              <a:lnSpc>
                <a:spcPts val="1422"/>
              </a:lnSpc>
            </a:pPr>
            <a:r>
              <a:rPr lang="en-US" sz="1800" spc="-179">
                <a:solidFill>
                  <a:srgbClr val="CA0013"/>
                </a:solidFill>
                <a:latin typeface="Inter 2"/>
                <a:ea typeface="Inter 2"/>
                <a:cs typeface="Inter 2"/>
                <a:sym typeface="Inter 2"/>
              </a:rPr>
              <a:t>#FFFEF3</a:t>
            </a:r>
          </a:p>
        </p:txBody>
      </p:sp>
      <p:sp>
        <p:nvSpPr>
          <p:cNvPr name="TextBox 26" id="26"/>
          <p:cNvSpPr txBox="true"/>
          <p:nvPr/>
        </p:nvSpPr>
        <p:spPr>
          <a:xfrm rot="0">
            <a:off x="1028700" y="1228725"/>
            <a:ext cx="6162919" cy="629285"/>
          </a:xfrm>
          <a:prstGeom prst="rect">
            <a:avLst/>
          </a:prstGeom>
        </p:spPr>
        <p:txBody>
          <a:bodyPr anchor="t" rtlCol="false" tIns="0" lIns="0" bIns="0" rIns="0">
            <a:spAutoFit/>
          </a:bodyPr>
          <a:lstStyle/>
          <a:p>
            <a:pPr algn="l" marL="0" indent="0" lvl="0">
              <a:lnSpc>
                <a:spcPts val="4344"/>
              </a:lnSpc>
            </a:pPr>
            <a:r>
              <a:rPr lang="en-US" b="true" sz="5499" spc="-648">
                <a:solidFill>
                  <a:srgbClr val="000000"/>
                </a:solidFill>
                <a:latin typeface="Inter 2 Bold"/>
                <a:ea typeface="Inter 2 Bold"/>
                <a:cs typeface="Inter 2 Bold"/>
                <a:sym typeface="Inter 2 Bold"/>
              </a:rPr>
              <a:t>TYPOGRAPHY</a:t>
            </a:r>
          </a:p>
        </p:txBody>
      </p:sp>
      <p:sp>
        <p:nvSpPr>
          <p:cNvPr name="TextBox 27" id="27"/>
          <p:cNvSpPr txBox="true"/>
          <p:nvPr/>
        </p:nvSpPr>
        <p:spPr>
          <a:xfrm rot="0">
            <a:off x="9144000" y="1228725"/>
            <a:ext cx="5583081" cy="629285"/>
          </a:xfrm>
          <a:prstGeom prst="rect">
            <a:avLst/>
          </a:prstGeom>
        </p:spPr>
        <p:txBody>
          <a:bodyPr anchor="t" rtlCol="false" tIns="0" lIns="0" bIns="0" rIns="0">
            <a:spAutoFit/>
          </a:bodyPr>
          <a:lstStyle/>
          <a:p>
            <a:pPr algn="l" marL="0" indent="0" lvl="0">
              <a:lnSpc>
                <a:spcPts val="4344"/>
              </a:lnSpc>
            </a:pPr>
            <a:r>
              <a:rPr lang="en-US" b="true" sz="5499" spc="-648">
                <a:solidFill>
                  <a:srgbClr val="000000"/>
                </a:solidFill>
                <a:latin typeface="Inter 2 Bold"/>
                <a:ea typeface="Inter 2 Bold"/>
                <a:cs typeface="Inter 2 Bold"/>
                <a:sym typeface="Inter 2 Bold"/>
              </a:rPr>
              <a:t>COLOR  PALETTE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16912" y="4728527"/>
            <a:ext cx="12854175" cy="1249046"/>
          </a:xfrm>
          <a:prstGeom prst="rect">
            <a:avLst/>
          </a:prstGeom>
        </p:spPr>
        <p:txBody>
          <a:bodyPr anchor="t" rtlCol="false" tIns="0" lIns="0" bIns="0" rIns="0">
            <a:spAutoFit/>
          </a:bodyPr>
          <a:lstStyle/>
          <a:p>
            <a:pPr algn="ctr" marL="0" indent="0" lvl="0">
              <a:lnSpc>
                <a:spcPts val="8690"/>
              </a:lnSpc>
            </a:pPr>
            <a:r>
              <a:rPr lang="en-US" b="true" sz="11000" spc="-1298">
                <a:solidFill>
                  <a:srgbClr val="CA0013"/>
                </a:solidFill>
                <a:latin typeface="Inter 2 Bold"/>
                <a:ea typeface="Inter 2 Bold"/>
                <a:cs typeface="Inter 2 Bold"/>
                <a:sym typeface="Inter 2 Bold"/>
              </a:rPr>
              <a:t>VISUAL ELEMENTS</a:t>
            </a:r>
          </a:p>
        </p:txBody>
      </p:sp>
      <p:sp>
        <p:nvSpPr>
          <p:cNvPr name="Freeform 3" id="3"/>
          <p:cNvSpPr/>
          <p:nvPr/>
        </p:nvSpPr>
        <p:spPr>
          <a:xfrm flipH="false" flipV="false" rot="0">
            <a:off x="8269824" y="668641"/>
            <a:ext cx="1748353" cy="1372521"/>
          </a:xfrm>
          <a:custGeom>
            <a:avLst/>
            <a:gdLst/>
            <a:ahLst/>
            <a:cxnLst/>
            <a:rect r="r" b="b" t="t" l="l"/>
            <a:pathLst>
              <a:path h="1372521" w="1748353">
                <a:moveTo>
                  <a:pt x="0" y="0"/>
                </a:moveTo>
                <a:lnTo>
                  <a:pt x="1748352" y="0"/>
                </a:lnTo>
                <a:lnTo>
                  <a:pt x="1748352" y="1372521"/>
                </a:lnTo>
                <a:lnTo>
                  <a:pt x="0" y="1372521"/>
                </a:lnTo>
                <a:lnTo>
                  <a:pt x="0" y="0"/>
                </a:lnTo>
                <a:close/>
              </a:path>
            </a:pathLst>
          </a:custGeom>
          <a:blipFill>
            <a:blip r:embed="rId2"/>
            <a:stretch>
              <a:fillRect l="0" t="0" r="0" b="-472"/>
            </a:stretch>
          </a:blipFill>
        </p:spPr>
      </p:sp>
      <p:sp>
        <p:nvSpPr>
          <p:cNvPr name="Freeform 4" id="4"/>
          <p:cNvSpPr/>
          <p:nvPr/>
        </p:nvSpPr>
        <p:spPr>
          <a:xfrm flipH="false" flipV="false" rot="0">
            <a:off x="3326227" y="516818"/>
            <a:ext cx="1474814" cy="1176287"/>
          </a:xfrm>
          <a:custGeom>
            <a:avLst/>
            <a:gdLst/>
            <a:ahLst/>
            <a:cxnLst/>
            <a:rect r="r" b="b" t="t" l="l"/>
            <a:pathLst>
              <a:path h="1176287" w="1474814">
                <a:moveTo>
                  <a:pt x="0" y="0"/>
                </a:moveTo>
                <a:lnTo>
                  <a:pt x="1474814" y="0"/>
                </a:lnTo>
                <a:lnTo>
                  <a:pt x="1474814" y="1176287"/>
                </a:lnTo>
                <a:lnTo>
                  <a:pt x="0" y="1176287"/>
                </a:lnTo>
                <a:lnTo>
                  <a:pt x="0" y="0"/>
                </a:lnTo>
                <a:close/>
              </a:path>
            </a:pathLst>
          </a:custGeom>
          <a:blipFill>
            <a:blip r:embed="rId3"/>
            <a:stretch>
              <a:fillRect l="0" t="-12689" r="0" b="-12689"/>
            </a:stretch>
          </a:blipFill>
        </p:spPr>
      </p:sp>
      <p:sp>
        <p:nvSpPr>
          <p:cNvPr name="Freeform 5" id="5"/>
          <p:cNvSpPr/>
          <p:nvPr/>
        </p:nvSpPr>
        <p:spPr>
          <a:xfrm flipH="false" flipV="false" rot="0">
            <a:off x="807605" y="860320"/>
            <a:ext cx="2356649" cy="951666"/>
          </a:xfrm>
          <a:custGeom>
            <a:avLst/>
            <a:gdLst/>
            <a:ahLst/>
            <a:cxnLst/>
            <a:rect r="r" b="b" t="t" l="l"/>
            <a:pathLst>
              <a:path h="951666" w="2356649">
                <a:moveTo>
                  <a:pt x="0" y="0"/>
                </a:moveTo>
                <a:lnTo>
                  <a:pt x="2356649" y="0"/>
                </a:lnTo>
                <a:lnTo>
                  <a:pt x="2356649" y="951666"/>
                </a:lnTo>
                <a:lnTo>
                  <a:pt x="0" y="951666"/>
                </a:lnTo>
                <a:lnTo>
                  <a:pt x="0" y="0"/>
                </a:lnTo>
                <a:close/>
              </a:path>
            </a:pathLst>
          </a:custGeom>
          <a:blipFill>
            <a:blip r:embed="rId4"/>
            <a:stretch>
              <a:fillRect l="0" t="0" r="0" b="0"/>
            </a:stretch>
          </a:blipFill>
        </p:spPr>
      </p:sp>
      <p:sp>
        <p:nvSpPr>
          <p:cNvPr name="Freeform 6" id="6"/>
          <p:cNvSpPr/>
          <p:nvPr/>
        </p:nvSpPr>
        <p:spPr>
          <a:xfrm flipH="false" flipV="false" rot="0">
            <a:off x="15174425" y="976579"/>
            <a:ext cx="2115470" cy="563244"/>
          </a:xfrm>
          <a:custGeom>
            <a:avLst/>
            <a:gdLst/>
            <a:ahLst/>
            <a:cxnLst/>
            <a:rect r="r" b="b" t="t" l="l"/>
            <a:pathLst>
              <a:path h="563244" w="2115470">
                <a:moveTo>
                  <a:pt x="0" y="0"/>
                </a:moveTo>
                <a:lnTo>
                  <a:pt x="2115470" y="0"/>
                </a:lnTo>
                <a:lnTo>
                  <a:pt x="2115470" y="563244"/>
                </a:lnTo>
                <a:lnTo>
                  <a:pt x="0" y="563244"/>
                </a:lnTo>
                <a:lnTo>
                  <a:pt x="0" y="0"/>
                </a:lnTo>
                <a:close/>
              </a:path>
            </a:pathLst>
          </a:custGeom>
          <a:blipFill>
            <a:blip r:embed="rId5"/>
            <a:stretch>
              <a:fillRect l="0" t="0" r="0" b="0"/>
            </a:stretch>
          </a:blipFill>
        </p:spPr>
      </p:sp>
      <p:sp>
        <p:nvSpPr>
          <p:cNvPr name="Freeform 7" id="7"/>
          <p:cNvSpPr/>
          <p:nvPr/>
        </p:nvSpPr>
        <p:spPr>
          <a:xfrm flipH="false" flipV="false" rot="0">
            <a:off x="12426645" y="962441"/>
            <a:ext cx="2559789" cy="690273"/>
          </a:xfrm>
          <a:custGeom>
            <a:avLst/>
            <a:gdLst/>
            <a:ahLst/>
            <a:cxnLst/>
            <a:rect r="r" b="b" t="t" l="l"/>
            <a:pathLst>
              <a:path h="690273" w="2559789">
                <a:moveTo>
                  <a:pt x="0" y="0"/>
                </a:moveTo>
                <a:lnTo>
                  <a:pt x="2559789" y="0"/>
                </a:lnTo>
                <a:lnTo>
                  <a:pt x="2559789" y="690273"/>
                </a:lnTo>
                <a:lnTo>
                  <a:pt x="0" y="690273"/>
                </a:lnTo>
                <a:lnTo>
                  <a:pt x="0" y="0"/>
                </a:lnTo>
                <a:close/>
              </a:path>
            </a:pathLst>
          </a:custGeom>
          <a:blipFill>
            <a:blip r:embed="rId6"/>
            <a:stretch>
              <a:fillRect l="0" t="-81183" r="0" b="-81183"/>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63674" y="1353105"/>
            <a:ext cx="2345510" cy="2812330"/>
          </a:xfrm>
          <a:custGeom>
            <a:avLst/>
            <a:gdLst/>
            <a:ahLst/>
            <a:cxnLst/>
            <a:rect r="r" b="b" t="t" l="l"/>
            <a:pathLst>
              <a:path h="2812330" w="2345510">
                <a:moveTo>
                  <a:pt x="0" y="0"/>
                </a:moveTo>
                <a:lnTo>
                  <a:pt x="2345509" y="0"/>
                </a:lnTo>
                <a:lnTo>
                  <a:pt x="2345509" y="2812330"/>
                </a:lnTo>
                <a:lnTo>
                  <a:pt x="0" y="2812330"/>
                </a:lnTo>
                <a:lnTo>
                  <a:pt x="0" y="0"/>
                </a:lnTo>
                <a:close/>
              </a:path>
            </a:pathLst>
          </a:custGeom>
          <a:blipFill>
            <a:blip r:embed="rId2"/>
            <a:stretch>
              <a:fillRect l="-77630" t="0" r="-72167" b="-6250"/>
            </a:stretch>
          </a:blipFill>
        </p:spPr>
      </p:sp>
      <p:sp>
        <p:nvSpPr>
          <p:cNvPr name="Freeform 3" id="3"/>
          <p:cNvSpPr/>
          <p:nvPr/>
        </p:nvSpPr>
        <p:spPr>
          <a:xfrm flipH="false" flipV="false" rot="0">
            <a:off x="12815907" y="1028700"/>
            <a:ext cx="1759849" cy="2114923"/>
          </a:xfrm>
          <a:custGeom>
            <a:avLst/>
            <a:gdLst/>
            <a:ahLst/>
            <a:cxnLst/>
            <a:rect r="r" b="b" t="t" l="l"/>
            <a:pathLst>
              <a:path h="2114923" w="1759849">
                <a:moveTo>
                  <a:pt x="0" y="0"/>
                </a:moveTo>
                <a:lnTo>
                  <a:pt x="1759849" y="0"/>
                </a:lnTo>
                <a:lnTo>
                  <a:pt x="1759849" y="2114923"/>
                </a:lnTo>
                <a:lnTo>
                  <a:pt x="0" y="2114923"/>
                </a:lnTo>
                <a:lnTo>
                  <a:pt x="0" y="0"/>
                </a:lnTo>
                <a:close/>
              </a:path>
            </a:pathLst>
          </a:custGeom>
          <a:blipFill>
            <a:blip r:embed="rId3"/>
            <a:stretch>
              <a:fillRect l="-67785" t="0" r="-67854" b="0"/>
            </a:stretch>
          </a:blipFill>
        </p:spPr>
      </p:sp>
      <p:sp>
        <p:nvSpPr>
          <p:cNvPr name="Freeform 4" id="4"/>
          <p:cNvSpPr/>
          <p:nvPr/>
        </p:nvSpPr>
        <p:spPr>
          <a:xfrm flipH="false" flipV="false" rot="0">
            <a:off x="1028700" y="1449736"/>
            <a:ext cx="2176380" cy="2715699"/>
          </a:xfrm>
          <a:custGeom>
            <a:avLst/>
            <a:gdLst/>
            <a:ahLst/>
            <a:cxnLst/>
            <a:rect r="r" b="b" t="t" l="l"/>
            <a:pathLst>
              <a:path h="2715699" w="2176380">
                <a:moveTo>
                  <a:pt x="0" y="0"/>
                </a:moveTo>
                <a:lnTo>
                  <a:pt x="2176380" y="0"/>
                </a:lnTo>
                <a:lnTo>
                  <a:pt x="2176380" y="2715699"/>
                </a:lnTo>
                <a:lnTo>
                  <a:pt x="0" y="2715699"/>
                </a:lnTo>
                <a:lnTo>
                  <a:pt x="0" y="0"/>
                </a:lnTo>
                <a:close/>
              </a:path>
            </a:pathLst>
          </a:custGeom>
          <a:blipFill>
            <a:blip r:embed="rId4"/>
            <a:stretch>
              <a:fillRect l="-77898" t="0" r="-66769" b="0"/>
            </a:stretch>
          </a:blipFill>
        </p:spPr>
      </p:sp>
      <p:sp>
        <p:nvSpPr>
          <p:cNvPr name="Freeform 5" id="5"/>
          <p:cNvSpPr/>
          <p:nvPr/>
        </p:nvSpPr>
        <p:spPr>
          <a:xfrm flipH="false" flipV="false" rot="0">
            <a:off x="3348036" y="1449736"/>
            <a:ext cx="2882447" cy="2715699"/>
          </a:xfrm>
          <a:custGeom>
            <a:avLst/>
            <a:gdLst/>
            <a:ahLst/>
            <a:cxnLst/>
            <a:rect r="r" b="b" t="t" l="l"/>
            <a:pathLst>
              <a:path h="2715699" w="2882447">
                <a:moveTo>
                  <a:pt x="0" y="0"/>
                </a:moveTo>
                <a:lnTo>
                  <a:pt x="2882447" y="0"/>
                </a:lnTo>
                <a:lnTo>
                  <a:pt x="2882447" y="2715699"/>
                </a:lnTo>
                <a:lnTo>
                  <a:pt x="0" y="2715699"/>
                </a:lnTo>
                <a:lnTo>
                  <a:pt x="0" y="0"/>
                </a:lnTo>
                <a:close/>
              </a:path>
            </a:pathLst>
          </a:custGeom>
          <a:blipFill>
            <a:blip r:embed="rId5"/>
            <a:stretch>
              <a:fillRect l="-46074" t="0" r="-38660" b="0"/>
            </a:stretch>
          </a:blipFill>
        </p:spPr>
      </p:sp>
      <p:sp>
        <p:nvSpPr>
          <p:cNvPr name="Freeform 6" id="6"/>
          <p:cNvSpPr/>
          <p:nvPr/>
        </p:nvSpPr>
        <p:spPr>
          <a:xfrm flipH="false" flipV="false" rot="0">
            <a:off x="6230483" y="1449736"/>
            <a:ext cx="2733190" cy="2715699"/>
          </a:xfrm>
          <a:custGeom>
            <a:avLst/>
            <a:gdLst/>
            <a:ahLst/>
            <a:cxnLst/>
            <a:rect r="r" b="b" t="t" l="l"/>
            <a:pathLst>
              <a:path h="2715699" w="2733190">
                <a:moveTo>
                  <a:pt x="0" y="0"/>
                </a:moveTo>
                <a:lnTo>
                  <a:pt x="2733191" y="0"/>
                </a:lnTo>
                <a:lnTo>
                  <a:pt x="2733191" y="2715699"/>
                </a:lnTo>
                <a:lnTo>
                  <a:pt x="0" y="2715699"/>
                </a:lnTo>
                <a:lnTo>
                  <a:pt x="0" y="0"/>
                </a:lnTo>
                <a:close/>
              </a:path>
            </a:pathLst>
          </a:custGeom>
          <a:blipFill>
            <a:blip r:embed="rId6"/>
            <a:stretch>
              <a:fillRect l="-47411" t="0" r="-47411" b="0"/>
            </a:stretch>
          </a:blipFill>
        </p:spPr>
      </p:sp>
      <p:sp>
        <p:nvSpPr>
          <p:cNvPr name="Freeform 7" id="7"/>
          <p:cNvSpPr/>
          <p:nvPr/>
        </p:nvSpPr>
        <p:spPr>
          <a:xfrm flipH="false" flipV="false" rot="0">
            <a:off x="11391862" y="1028700"/>
            <a:ext cx="1563815" cy="2386550"/>
          </a:xfrm>
          <a:custGeom>
            <a:avLst/>
            <a:gdLst/>
            <a:ahLst/>
            <a:cxnLst/>
            <a:rect r="r" b="b" t="t" l="l"/>
            <a:pathLst>
              <a:path h="2386550" w="1563815">
                <a:moveTo>
                  <a:pt x="0" y="0"/>
                </a:moveTo>
                <a:lnTo>
                  <a:pt x="1563815" y="0"/>
                </a:lnTo>
                <a:lnTo>
                  <a:pt x="1563815" y="2386550"/>
                </a:lnTo>
                <a:lnTo>
                  <a:pt x="0" y="2386550"/>
                </a:lnTo>
                <a:lnTo>
                  <a:pt x="0" y="0"/>
                </a:lnTo>
                <a:close/>
              </a:path>
            </a:pathLst>
          </a:custGeom>
          <a:blipFill>
            <a:blip r:embed="rId7"/>
            <a:stretch>
              <a:fillRect l="-106052" t="0" r="-106052" b="-2255"/>
            </a:stretch>
          </a:blipFill>
        </p:spPr>
      </p:sp>
      <p:sp>
        <p:nvSpPr>
          <p:cNvPr name="TextBox 8" id="8"/>
          <p:cNvSpPr txBox="true"/>
          <p:nvPr/>
        </p:nvSpPr>
        <p:spPr>
          <a:xfrm rot="0">
            <a:off x="13489836" y="1228725"/>
            <a:ext cx="3769464" cy="629285"/>
          </a:xfrm>
          <a:prstGeom prst="rect">
            <a:avLst/>
          </a:prstGeom>
        </p:spPr>
        <p:txBody>
          <a:bodyPr anchor="t" rtlCol="false" tIns="0" lIns="0" bIns="0" rIns="0">
            <a:spAutoFit/>
          </a:bodyPr>
          <a:lstStyle/>
          <a:p>
            <a:pPr algn="r" marL="0" indent="0" lvl="0">
              <a:lnSpc>
                <a:spcPts val="4344"/>
              </a:lnSpc>
            </a:pPr>
            <a:r>
              <a:rPr lang="en-US" b="true" sz="5499" spc="-648">
                <a:solidFill>
                  <a:srgbClr val="000000"/>
                </a:solidFill>
                <a:latin typeface="Inter 2 Bold"/>
                <a:ea typeface="Inter 2 Bold"/>
                <a:cs typeface="Inter 2 Bold"/>
                <a:sym typeface="Inter 2 Bold"/>
              </a:rPr>
              <a:t>VENDORS</a:t>
            </a:r>
          </a:p>
        </p:txBody>
      </p:sp>
      <p:sp>
        <p:nvSpPr>
          <p:cNvPr name="Freeform 9" id="9"/>
          <p:cNvSpPr/>
          <p:nvPr/>
        </p:nvSpPr>
        <p:spPr>
          <a:xfrm flipH="false" flipV="false" rot="0">
            <a:off x="1028700" y="2221975"/>
            <a:ext cx="16130050" cy="8065025"/>
          </a:xfrm>
          <a:custGeom>
            <a:avLst/>
            <a:gdLst/>
            <a:ahLst/>
            <a:cxnLst/>
            <a:rect r="r" b="b" t="t" l="l"/>
            <a:pathLst>
              <a:path h="8065025" w="16130050">
                <a:moveTo>
                  <a:pt x="0" y="0"/>
                </a:moveTo>
                <a:lnTo>
                  <a:pt x="16130050" y="0"/>
                </a:lnTo>
                <a:lnTo>
                  <a:pt x="16130050" y="8065025"/>
                </a:lnTo>
                <a:lnTo>
                  <a:pt x="0" y="80650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7122962" y="1697489"/>
            <a:ext cx="1355266" cy="2141445"/>
          </a:xfrm>
          <a:custGeom>
            <a:avLst/>
            <a:gdLst/>
            <a:ahLst/>
            <a:cxnLst/>
            <a:rect r="r" b="b" t="t" l="l"/>
            <a:pathLst>
              <a:path h="2141445" w="1355266">
                <a:moveTo>
                  <a:pt x="1355267" y="0"/>
                </a:moveTo>
                <a:lnTo>
                  <a:pt x="0" y="0"/>
                </a:lnTo>
                <a:lnTo>
                  <a:pt x="0" y="2141445"/>
                </a:lnTo>
                <a:lnTo>
                  <a:pt x="1355267" y="2141445"/>
                </a:lnTo>
                <a:lnTo>
                  <a:pt x="1355267" y="0"/>
                </a:lnTo>
                <a:close/>
              </a:path>
            </a:pathLst>
          </a:custGeom>
          <a:blipFill>
            <a:blip r:embed="rId2"/>
            <a:stretch>
              <a:fillRect l="-96216" t="0" r="-113605" b="0"/>
            </a:stretch>
          </a:blipFill>
        </p:spPr>
      </p:sp>
      <p:sp>
        <p:nvSpPr>
          <p:cNvPr name="Freeform 3" id="3"/>
          <p:cNvSpPr/>
          <p:nvPr/>
        </p:nvSpPr>
        <p:spPr>
          <a:xfrm flipH="false" flipV="false" rot="-5400000">
            <a:off x="4397429" y="1867022"/>
            <a:ext cx="2245961" cy="1240992"/>
          </a:xfrm>
          <a:custGeom>
            <a:avLst/>
            <a:gdLst/>
            <a:ahLst/>
            <a:cxnLst/>
            <a:rect r="r" b="b" t="t" l="l"/>
            <a:pathLst>
              <a:path h="1240992" w="2245961">
                <a:moveTo>
                  <a:pt x="0" y="0"/>
                </a:moveTo>
                <a:lnTo>
                  <a:pt x="2245961" y="0"/>
                </a:lnTo>
                <a:lnTo>
                  <a:pt x="2245961" y="1240992"/>
                </a:lnTo>
                <a:lnTo>
                  <a:pt x="0" y="1240992"/>
                </a:lnTo>
                <a:lnTo>
                  <a:pt x="0" y="0"/>
                </a:lnTo>
                <a:close/>
              </a:path>
            </a:pathLst>
          </a:custGeom>
          <a:blipFill>
            <a:blip r:embed="rId3"/>
            <a:stretch>
              <a:fillRect l="-5841" t="0" r="-2500" b="0"/>
            </a:stretch>
          </a:blipFill>
        </p:spPr>
      </p:sp>
      <p:sp>
        <p:nvSpPr>
          <p:cNvPr name="Freeform 4" id="4"/>
          <p:cNvSpPr/>
          <p:nvPr/>
        </p:nvSpPr>
        <p:spPr>
          <a:xfrm flipH="false" flipV="false" rot="0">
            <a:off x="5768653" y="1238862"/>
            <a:ext cx="1209716" cy="2547839"/>
          </a:xfrm>
          <a:custGeom>
            <a:avLst/>
            <a:gdLst/>
            <a:ahLst/>
            <a:cxnLst/>
            <a:rect r="r" b="b" t="t" l="l"/>
            <a:pathLst>
              <a:path h="2547839" w="1209716">
                <a:moveTo>
                  <a:pt x="0" y="0"/>
                </a:moveTo>
                <a:lnTo>
                  <a:pt x="1209716" y="0"/>
                </a:lnTo>
                <a:lnTo>
                  <a:pt x="1209716" y="2547839"/>
                </a:lnTo>
                <a:lnTo>
                  <a:pt x="0" y="2547839"/>
                </a:lnTo>
                <a:lnTo>
                  <a:pt x="0" y="0"/>
                </a:lnTo>
                <a:close/>
              </a:path>
            </a:pathLst>
          </a:custGeom>
          <a:blipFill>
            <a:blip r:embed="rId4"/>
            <a:stretch>
              <a:fillRect l="-156484" t="0" r="-156484" b="0"/>
            </a:stretch>
          </a:blipFill>
        </p:spPr>
      </p:sp>
      <p:sp>
        <p:nvSpPr>
          <p:cNvPr name="Freeform 5" id="5"/>
          <p:cNvSpPr/>
          <p:nvPr/>
        </p:nvSpPr>
        <p:spPr>
          <a:xfrm flipH="false" flipV="false" rot="0">
            <a:off x="1845870" y="4070094"/>
            <a:ext cx="2653544" cy="2953677"/>
          </a:xfrm>
          <a:custGeom>
            <a:avLst/>
            <a:gdLst/>
            <a:ahLst/>
            <a:cxnLst/>
            <a:rect r="r" b="b" t="t" l="l"/>
            <a:pathLst>
              <a:path h="2953677" w="2653544">
                <a:moveTo>
                  <a:pt x="0" y="0"/>
                </a:moveTo>
                <a:lnTo>
                  <a:pt x="2653545" y="0"/>
                </a:lnTo>
                <a:lnTo>
                  <a:pt x="2653545" y="2953677"/>
                </a:lnTo>
                <a:lnTo>
                  <a:pt x="0" y="2953677"/>
                </a:lnTo>
                <a:lnTo>
                  <a:pt x="0" y="0"/>
                </a:lnTo>
                <a:close/>
              </a:path>
            </a:pathLst>
          </a:custGeom>
          <a:blipFill>
            <a:blip r:embed="rId5"/>
            <a:stretch>
              <a:fillRect l="-65064" t="0" r="-79361" b="-11990"/>
            </a:stretch>
          </a:blipFill>
        </p:spPr>
      </p:sp>
      <p:sp>
        <p:nvSpPr>
          <p:cNvPr name="Freeform 6" id="6"/>
          <p:cNvSpPr/>
          <p:nvPr/>
        </p:nvSpPr>
        <p:spPr>
          <a:xfrm flipH="false" flipV="false" rot="0">
            <a:off x="3351549" y="1196757"/>
            <a:ext cx="858988" cy="2547839"/>
          </a:xfrm>
          <a:custGeom>
            <a:avLst/>
            <a:gdLst/>
            <a:ahLst/>
            <a:cxnLst/>
            <a:rect r="r" b="b" t="t" l="l"/>
            <a:pathLst>
              <a:path h="2547839" w="858988">
                <a:moveTo>
                  <a:pt x="0" y="0"/>
                </a:moveTo>
                <a:lnTo>
                  <a:pt x="858988" y="0"/>
                </a:lnTo>
                <a:lnTo>
                  <a:pt x="858988" y="2547838"/>
                </a:lnTo>
                <a:lnTo>
                  <a:pt x="0" y="2547838"/>
                </a:lnTo>
                <a:lnTo>
                  <a:pt x="0" y="0"/>
                </a:lnTo>
                <a:close/>
              </a:path>
            </a:pathLst>
          </a:custGeom>
          <a:blipFill>
            <a:blip r:embed="rId6"/>
            <a:stretch>
              <a:fillRect l="-253129" t="0" r="-228457" b="0"/>
            </a:stretch>
          </a:blipFill>
        </p:spPr>
      </p:sp>
      <p:sp>
        <p:nvSpPr>
          <p:cNvPr name="Freeform 7" id="7"/>
          <p:cNvSpPr/>
          <p:nvPr/>
        </p:nvSpPr>
        <p:spPr>
          <a:xfrm flipH="false" flipV="false" rot="0">
            <a:off x="1950162" y="1213599"/>
            <a:ext cx="1325325" cy="2530996"/>
          </a:xfrm>
          <a:custGeom>
            <a:avLst/>
            <a:gdLst/>
            <a:ahLst/>
            <a:cxnLst/>
            <a:rect r="r" b="b" t="t" l="l"/>
            <a:pathLst>
              <a:path h="2530996" w="1325325">
                <a:moveTo>
                  <a:pt x="0" y="0"/>
                </a:moveTo>
                <a:lnTo>
                  <a:pt x="1325324" y="0"/>
                </a:lnTo>
                <a:lnTo>
                  <a:pt x="1325324" y="2530996"/>
                </a:lnTo>
                <a:lnTo>
                  <a:pt x="0" y="2530996"/>
                </a:lnTo>
                <a:lnTo>
                  <a:pt x="0" y="0"/>
                </a:lnTo>
                <a:close/>
              </a:path>
            </a:pathLst>
          </a:custGeom>
          <a:blipFill>
            <a:blip r:embed="rId7"/>
            <a:stretch>
              <a:fillRect l="-137227" t="0" r="-137227" b="0"/>
            </a:stretch>
          </a:blipFill>
        </p:spPr>
      </p:sp>
      <p:sp>
        <p:nvSpPr>
          <p:cNvPr name="Freeform 8" id="8"/>
          <p:cNvSpPr/>
          <p:nvPr/>
        </p:nvSpPr>
        <p:spPr>
          <a:xfrm flipH="false" flipV="false" rot="0">
            <a:off x="4150370" y="1196757"/>
            <a:ext cx="1023834" cy="2547839"/>
          </a:xfrm>
          <a:custGeom>
            <a:avLst/>
            <a:gdLst/>
            <a:ahLst/>
            <a:cxnLst/>
            <a:rect r="r" b="b" t="t" l="l"/>
            <a:pathLst>
              <a:path h="2547839" w="1023834">
                <a:moveTo>
                  <a:pt x="0" y="0"/>
                </a:moveTo>
                <a:lnTo>
                  <a:pt x="1023833" y="0"/>
                </a:lnTo>
                <a:lnTo>
                  <a:pt x="1023833" y="2547838"/>
                </a:lnTo>
                <a:lnTo>
                  <a:pt x="0" y="2547838"/>
                </a:lnTo>
                <a:lnTo>
                  <a:pt x="0" y="0"/>
                </a:lnTo>
                <a:close/>
              </a:path>
            </a:pathLst>
          </a:custGeom>
          <a:blipFill>
            <a:blip r:embed="rId8"/>
            <a:stretch>
              <a:fillRect l="-193973" t="0" r="-193973" b="0"/>
            </a:stretch>
          </a:blipFill>
        </p:spPr>
      </p:sp>
      <p:sp>
        <p:nvSpPr>
          <p:cNvPr name="Freeform 9" id="9"/>
          <p:cNvSpPr/>
          <p:nvPr/>
        </p:nvSpPr>
        <p:spPr>
          <a:xfrm flipH="false" flipV="false" rot="0">
            <a:off x="6494301" y="1364537"/>
            <a:ext cx="968136" cy="2380058"/>
          </a:xfrm>
          <a:custGeom>
            <a:avLst/>
            <a:gdLst/>
            <a:ahLst/>
            <a:cxnLst/>
            <a:rect r="r" b="b" t="t" l="l"/>
            <a:pathLst>
              <a:path h="2380058" w="968136">
                <a:moveTo>
                  <a:pt x="0" y="0"/>
                </a:moveTo>
                <a:lnTo>
                  <a:pt x="968137" y="0"/>
                </a:lnTo>
                <a:lnTo>
                  <a:pt x="968137" y="2380058"/>
                </a:lnTo>
                <a:lnTo>
                  <a:pt x="0" y="2380058"/>
                </a:lnTo>
                <a:lnTo>
                  <a:pt x="0" y="0"/>
                </a:lnTo>
                <a:close/>
              </a:path>
            </a:pathLst>
          </a:custGeom>
          <a:blipFill>
            <a:blip r:embed="rId9"/>
            <a:stretch>
              <a:fillRect l="-193942" t="0" r="-188094" b="0"/>
            </a:stretch>
          </a:blipFill>
        </p:spPr>
      </p:sp>
      <p:sp>
        <p:nvSpPr>
          <p:cNvPr name="Freeform 10" id="10"/>
          <p:cNvSpPr/>
          <p:nvPr/>
        </p:nvSpPr>
        <p:spPr>
          <a:xfrm flipH="false" flipV="false" rot="0">
            <a:off x="5793022" y="4149156"/>
            <a:ext cx="909653" cy="2793939"/>
          </a:xfrm>
          <a:custGeom>
            <a:avLst/>
            <a:gdLst/>
            <a:ahLst/>
            <a:cxnLst/>
            <a:rect r="r" b="b" t="t" l="l"/>
            <a:pathLst>
              <a:path h="2793939" w="909653">
                <a:moveTo>
                  <a:pt x="0" y="0"/>
                </a:moveTo>
                <a:lnTo>
                  <a:pt x="909653" y="0"/>
                </a:lnTo>
                <a:lnTo>
                  <a:pt x="909653" y="2793939"/>
                </a:lnTo>
                <a:lnTo>
                  <a:pt x="0" y="2793939"/>
                </a:lnTo>
                <a:lnTo>
                  <a:pt x="0" y="0"/>
                </a:lnTo>
                <a:close/>
              </a:path>
            </a:pathLst>
          </a:custGeom>
          <a:blipFill>
            <a:blip r:embed="rId10"/>
            <a:stretch>
              <a:fillRect l="-251120" t="0" r="-251120" b="0"/>
            </a:stretch>
          </a:blipFill>
        </p:spPr>
      </p:sp>
      <p:sp>
        <p:nvSpPr>
          <p:cNvPr name="Freeform 11" id="11"/>
          <p:cNvSpPr/>
          <p:nvPr/>
        </p:nvSpPr>
        <p:spPr>
          <a:xfrm flipH="false" flipV="false" rot="0">
            <a:off x="8878279" y="3279013"/>
            <a:ext cx="1142234" cy="1582163"/>
          </a:xfrm>
          <a:custGeom>
            <a:avLst/>
            <a:gdLst/>
            <a:ahLst/>
            <a:cxnLst/>
            <a:rect r="r" b="b" t="t" l="l"/>
            <a:pathLst>
              <a:path h="1582163" w="1142234">
                <a:moveTo>
                  <a:pt x="0" y="0"/>
                </a:moveTo>
                <a:lnTo>
                  <a:pt x="1142234" y="0"/>
                </a:lnTo>
                <a:lnTo>
                  <a:pt x="1142234" y="1582163"/>
                </a:lnTo>
                <a:lnTo>
                  <a:pt x="0" y="1582163"/>
                </a:lnTo>
                <a:lnTo>
                  <a:pt x="0" y="0"/>
                </a:lnTo>
                <a:close/>
              </a:path>
            </a:pathLst>
          </a:custGeom>
          <a:blipFill>
            <a:blip r:embed="rId11"/>
            <a:stretch>
              <a:fillRect l="-85798" t="0" r="-85798" b="0"/>
            </a:stretch>
          </a:blipFill>
        </p:spPr>
      </p:sp>
      <p:sp>
        <p:nvSpPr>
          <p:cNvPr name="Freeform 12" id="12"/>
          <p:cNvSpPr/>
          <p:nvPr/>
        </p:nvSpPr>
        <p:spPr>
          <a:xfrm flipH="false" flipV="false" rot="0">
            <a:off x="1028700" y="1244235"/>
            <a:ext cx="1029965" cy="2475430"/>
          </a:xfrm>
          <a:custGeom>
            <a:avLst/>
            <a:gdLst/>
            <a:ahLst/>
            <a:cxnLst/>
            <a:rect r="r" b="b" t="t" l="l"/>
            <a:pathLst>
              <a:path h="2475430" w="1029965">
                <a:moveTo>
                  <a:pt x="0" y="0"/>
                </a:moveTo>
                <a:lnTo>
                  <a:pt x="1029965" y="0"/>
                </a:lnTo>
                <a:lnTo>
                  <a:pt x="1029965" y="2475430"/>
                </a:lnTo>
                <a:lnTo>
                  <a:pt x="0" y="2475430"/>
                </a:lnTo>
                <a:lnTo>
                  <a:pt x="0" y="0"/>
                </a:lnTo>
                <a:close/>
              </a:path>
            </a:pathLst>
          </a:custGeom>
          <a:blipFill>
            <a:blip r:embed="rId12"/>
            <a:stretch>
              <a:fillRect l="-185628" t="0" r="-185628" b="0"/>
            </a:stretch>
          </a:blipFill>
        </p:spPr>
      </p:sp>
      <p:sp>
        <p:nvSpPr>
          <p:cNvPr name="Freeform 13" id="13"/>
          <p:cNvSpPr/>
          <p:nvPr/>
        </p:nvSpPr>
        <p:spPr>
          <a:xfrm flipH="false" flipV="false" rot="0">
            <a:off x="7872013" y="3350615"/>
            <a:ext cx="1112938" cy="1438958"/>
          </a:xfrm>
          <a:custGeom>
            <a:avLst/>
            <a:gdLst/>
            <a:ahLst/>
            <a:cxnLst/>
            <a:rect r="r" b="b" t="t" l="l"/>
            <a:pathLst>
              <a:path h="1438958" w="1112938">
                <a:moveTo>
                  <a:pt x="0" y="0"/>
                </a:moveTo>
                <a:lnTo>
                  <a:pt x="1112938" y="0"/>
                </a:lnTo>
                <a:lnTo>
                  <a:pt x="1112938" y="1438958"/>
                </a:lnTo>
                <a:lnTo>
                  <a:pt x="0" y="1438958"/>
                </a:lnTo>
                <a:lnTo>
                  <a:pt x="0" y="0"/>
                </a:lnTo>
                <a:close/>
              </a:path>
            </a:pathLst>
          </a:custGeom>
          <a:blipFill>
            <a:blip r:embed="rId13"/>
            <a:stretch>
              <a:fillRect l="-76758" t="0" r="-76758" b="0"/>
            </a:stretch>
          </a:blipFill>
        </p:spPr>
      </p:sp>
      <p:sp>
        <p:nvSpPr>
          <p:cNvPr name="Freeform 14" id="14"/>
          <p:cNvSpPr/>
          <p:nvPr/>
        </p:nvSpPr>
        <p:spPr>
          <a:xfrm flipH="true" flipV="false" rot="0">
            <a:off x="1001495" y="5077378"/>
            <a:ext cx="1426315" cy="1673650"/>
          </a:xfrm>
          <a:custGeom>
            <a:avLst/>
            <a:gdLst/>
            <a:ahLst/>
            <a:cxnLst/>
            <a:rect r="r" b="b" t="t" l="l"/>
            <a:pathLst>
              <a:path h="1673650" w="1426315">
                <a:moveTo>
                  <a:pt x="1426315" y="0"/>
                </a:moveTo>
                <a:lnTo>
                  <a:pt x="0" y="0"/>
                </a:lnTo>
                <a:lnTo>
                  <a:pt x="0" y="1673650"/>
                </a:lnTo>
                <a:lnTo>
                  <a:pt x="1426315" y="1673650"/>
                </a:lnTo>
                <a:lnTo>
                  <a:pt x="1426315" y="0"/>
                </a:lnTo>
                <a:close/>
              </a:path>
            </a:pathLst>
          </a:custGeom>
          <a:blipFill>
            <a:blip r:embed="rId14"/>
            <a:stretch>
              <a:fillRect l="-65040" t="0" r="-65040" b="0"/>
            </a:stretch>
          </a:blipFill>
        </p:spPr>
      </p:sp>
      <p:sp>
        <p:nvSpPr>
          <p:cNvPr name="Freeform 15" id="15"/>
          <p:cNvSpPr/>
          <p:nvPr/>
        </p:nvSpPr>
        <p:spPr>
          <a:xfrm flipH="false" flipV="false" rot="0">
            <a:off x="11571777" y="2470676"/>
            <a:ext cx="5654687" cy="4200399"/>
          </a:xfrm>
          <a:custGeom>
            <a:avLst/>
            <a:gdLst/>
            <a:ahLst/>
            <a:cxnLst/>
            <a:rect r="r" b="b" t="t" l="l"/>
            <a:pathLst>
              <a:path h="4200399" w="5654687">
                <a:moveTo>
                  <a:pt x="0" y="0"/>
                </a:moveTo>
                <a:lnTo>
                  <a:pt x="5654687" y="0"/>
                </a:lnTo>
                <a:lnTo>
                  <a:pt x="5654687" y="4200399"/>
                </a:lnTo>
                <a:lnTo>
                  <a:pt x="0" y="4200399"/>
                </a:lnTo>
                <a:lnTo>
                  <a:pt x="0" y="0"/>
                </a:lnTo>
                <a:close/>
              </a:path>
            </a:pathLst>
          </a:custGeom>
          <a:blipFill>
            <a:blip r:embed="rId15"/>
            <a:stretch>
              <a:fillRect l="-24713" t="0" r="-23849" b="0"/>
            </a:stretch>
          </a:blipFill>
        </p:spPr>
      </p:sp>
      <p:sp>
        <p:nvSpPr>
          <p:cNvPr name="Freeform 16" id="16"/>
          <p:cNvSpPr/>
          <p:nvPr/>
        </p:nvSpPr>
        <p:spPr>
          <a:xfrm flipH="false" flipV="false" rot="0">
            <a:off x="8984951" y="4242972"/>
            <a:ext cx="5744911" cy="3132252"/>
          </a:xfrm>
          <a:custGeom>
            <a:avLst/>
            <a:gdLst/>
            <a:ahLst/>
            <a:cxnLst/>
            <a:rect r="r" b="b" t="t" l="l"/>
            <a:pathLst>
              <a:path h="3132252" w="5744911">
                <a:moveTo>
                  <a:pt x="0" y="0"/>
                </a:moveTo>
                <a:lnTo>
                  <a:pt x="5744911" y="0"/>
                </a:lnTo>
                <a:lnTo>
                  <a:pt x="5744911" y="3132252"/>
                </a:lnTo>
                <a:lnTo>
                  <a:pt x="0" y="3132252"/>
                </a:lnTo>
                <a:lnTo>
                  <a:pt x="0" y="0"/>
                </a:lnTo>
                <a:close/>
              </a:path>
            </a:pathLst>
          </a:custGeom>
          <a:blipFill>
            <a:blip r:embed="rId16"/>
            <a:stretch>
              <a:fillRect l="-10466" t="-2847" r="-4786" b="-2847"/>
            </a:stretch>
          </a:blipFill>
        </p:spPr>
      </p:sp>
      <p:sp>
        <p:nvSpPr>
          <p:cNvPr name="Freeform 17" id="17"/>
          <p:cNvSpPr/>
          <p:nvPr/>
        </p:nvSpPr>
        <p:spPr>
          <a:xfrm flipH="false" flipV="false" rot="0">
            <a:off x="6533360" y="4149156"/>
            <a:ext cx="1849619" cy="2822030"/>
          </a:xfrm>
          <a:custGeom>
            <a:avLst/>
            <a:gdLst/>
            <a:ahLst/>
            <a:cxnLst/>
            <a:rect r="r" b="b" t="t" l="l"/>
            <a:pathLst>
              <a:path h="2822030" w="1849619">
                <a:moveTo>
                  <a:pt x="0" y="0"/>
                </a:moveTo>
                <a:lnTo>
                  <a:pt x="1849619" y="0"/>
                </a:lnTo>
                <a:lnTo>
                  <a:pt x="1849619" y="2822030"/>
                </a:lnTo>
                <a:lnTo>
                  <a:pt x="0" y="2822030"/>
                </a:lnTo>
                <a:lnTo>
                  <a:pt x="0" y="0"/>
                </a:lnTo>
                <a:close/>
              </a:path>
            </a:pathLst>
          </a:custGeom>
          <a:blipFill>
            <a:blip r:embed="rId17"/>
            <a:stretch>
              <a:fillRect l="-105115" t="-3699" r="-105115" b="0"/>
            </a:stretch>
          </a:blipFill>
        </p:spPr>
      </p:sp>
      <p:sp>
        <p:nvSpPr>
          <p:cNvPr name="Freeform 18" id="18"/>
          <p:cNvSpPr/>
          <p:nvPr/>
        </p:nvSpPr>
        <p:spPr>
          <a:xfrm flipH="false" flipV="false" rot="0">
            <a:off x="4454231" y="4177914"/>
            <a:ext cx="1632098" cy="2743473"/>
          </a:xfrm>
          <a:custGeom>
            <a:avLst/>
            <a:gdLst/>
            <a:ahLst/>
            <a:cxnLst/>
            <a:rect r="r" b="b" t="t" l="l"/>
            <a:pathLst>
              <a:path h="2743473" w="1632098">
                <a:moveTo>
                  <a:pt x="0" y="0"/>
                </a:moveTo>
                <a:lnTo>
                  <a:pt x="1632098" y="0"/>
                </a:lnTo>
                <a:lnTo>
                  <a:pt x="1632098" y="2743473"/>
                </a:lnTo>
                <a:lnTo>
                  <a:pt x="0" y="2743473"/>
                </a:lnTo>
                <a:lnTo>
                  <a:pt x="0" y="0"/>
                </a:lnTo>
                <a:close/>
              </a:path>
            </a:pathLst>
          </a:custGeom>
          <a:blipFill>
            <a:blip r:embed="rId18"/>
            <a:stretch>
              <a:fillRect l="-117920" t="0" r="-111677" b="0"/>
            </a:stretch>
          </a:blipFill>
        </p:spPr>
      </p:sp>
      <p:sp>
        <p:nvSpPr>
          <p:cNvPr name="Freeform 19" id="19"/>
          <p:cNvSpPr/>
          <p:nvPr/>
        </p:nvSpPr>
        <p:spPr>
          <a:xfrm flipH="false" flipV="false" rot="0">
            <a:off x="7867419" y="5175861"/>
            <a:ext cx="1657146" cy="1282776"/>
          </a:xfrm>
          <a:custGeom>
            <a:avLst/>
            <a:gdLst/>
            <a:ahLst/>
            <a:cxnLst/>
            <a:rect r="r" b="b" t="t" l="l"/>
            <a:pathLst>
              <a:path h="1282776" w="1657146">
                <a:moveTo>
                  <a:pt x="0" y="0"/>
                </a:moveTo>
                <a:lnTo>
                  <a:pt x="1657146" y="0"/>
                </a:lnTo>
                <a:lnTo>
                  <a:pt x="1657146" y="1282776"/>
                </a:lnTo>
                <a:lnTo>
                  <a:pt x="0" y="1282776"/>
                </a:lnTo>
                <a:lnTo>
                  <a:pt x="0" y="0"/>
                </a:lnTo>
                <a:close/>
              </a:path>
            </a:pathLst>
          </a:custGeom>
          <a:blipFill>
            <a:blip r:embed="rId19"/>
            <a:stretch>
              <a:fillRect l="-37870" t="-8153" r="-37870" b="-7631"/>
            </a:stretch>
          </a:blipFill>
        </p:spPr>
      </p:sp>
      <p:sp>
        <p:nvSpPr>
          <p:cNvPr name="Freeform 20" id="20"/>
          <p:cNvSpPr/>
          <p:nvPr/>
        </p:nvSpPr>
        <p:spPr>
          <a:xfrm flipH="false" flipV="false" rot="0">
            <a:off x="4499415" y="6797470"/>
            <a:ext cx="4544922" cy="2584746"/>
          </a:xfrm>
          <a:custGeom>
            <a:avLst/>
            <a:gdLst/>
            <a:ahLst/>
            <a:cxnLst/>
            <a:rect r="r" b="b" t="t" l="l"/>
            <a:pathLst>
              <a:path h="2584746" w="4544922">
                <a:moveTo>
                  <a:pt x="0" y="0"/>
                </a:moveTo>
                <a:lnTo>
                  <a:pt x="4544921" y="0"/>
                </a:lnTo>
                <a:lnTo>
                  <a:pt x="4544921" y="2584746"/>
                </a:lnTo>
                <a:lnTo>
                  <a:pt x="0" y="2584746"/>
                </a:lnTo>
                <a:lnTo>
                  <a:pt x="0" y="0"/>
                </a:lnTo>
                <a:close/>
              </a:path>
            </a:pathLst>
          </a:custGeom>
          <a:blipFill>
            <a:blip r:embed="rId20"/>
            <a:stretch>
              <a:fillRect l="-10896" t="0" r="-2845" b="0"/>
            </a:stretch>
          </a:blipFill>
        </p:spPr>
      </p:sp>
      <p:sp>
        <p:nvSpPr>
          <p:cNvPr name="Freeform 21" id="21"/>
          <p:cNvSpPr/>
          <p:nvPr/>
        </p:nvSpPr>
        <p:spPr>
          <a:xfrm flipH="false" flipV="false" rot="0">
            <a:off x="1028700" y="6921387"/>
            <a:ext cx="3652649" cy="2336913"/>
          </a:xfrm>
          <a:custGeom>
            <a:avLst/>
            <a:gdLst/>
            <a:ahLst/>
            <a:cxnLst/>
            <a:rect r="r" b="b" t="t" l="l"/>
            <a:pathLst>
              <a:path h="2336913" w="3652649">
                <a:moveTo>
                  <a:pt x="0" y="0"/>
                </a:moveTo>
                <a:lnTo>
                  <a:pt x="3652649" y="0"/>
                </a:lnTo>
                <a:lnTo>
                  <a:pt x="3652649" y="2336913"/>
                </a:lnTo>
                <a:lnTo>
                  <a:pt x="0" y="2336913"/>
                </a:lnTo>
                <a:lnTo>
                  <a:pt x="0" y="0"/>
                </a:lnTo>
                <a:close/>
              </a:path>
            </a:pathLst>
          </a:custGeom>
          <a:blipFill>
            <a:blip r:embed="rId21"/>
            <a:stretch>
              <a:fillRect l="-16698" t="0" r="-11258" b="0"/>
            </a:stretch>
          </a:blipFill>
        </p:spPr>
      </p:sp>
      <p:sp>
        <p:nvSpPr>
          <p:cNvPr name="Freeform 22" id="22"/>
          <p:cNvSpPr/>
          <p:nvPr/>
        </p:nvSpPr>
        <p:spPr>
          <a:xfrm flipH="false" flipV="false" rot="0">
            <a:off x="8695992" y="5809098"/>
            <a:ext cx="3348444" cy="3148554"/>
          </a:xfrm>
          <a:custGeom>
            <a:avLst/>
            <a:gdLst/>
            <a:ahLst/>
            <a:cxnLst/>
            <a:rect r="r" b="b" t="t" l="l"/>
            <a:pathLst>
              <a:path h="3148554" w="3348444">
                <a:moveTo>
                  <a:pt x="0" y="0"/>
                </a:moveTo>
                <a:lnTo>
                  <a:pt x="3348444" y="0"/>
                </a:lnTo>
                <a:lnTo>
                  <a:pt x="3348444" y="3148554"/>
                </a:lnTo>
                <a:lnTo>
                  <a:pt x="0" y="3148554"/>
                </a:lnTo>
                <a:lnTo>
                  <a:pt x="0" y="0"/>
                </a:lnTo>
                <a:close/>
              </a:path>
            </a:pathLst>
          </a:custGeom>
          <a:blipFill>
            <a:blip r:embed="rId22"/>
            <a:stretch>
              <a:fillRect l="-44030" t="0" r="-44030" b="0"/>
            </a:stretch>
          </a:blipFill>
        </p:spPr>
      </p:sp>
      <p:sp>
        <p:nvSpPr>
          <p:cNvPr name="Freeform 23" id="23"/>
          <p:cNvSpPr/>
          <p:nvPr/>
        </p:nvSpPr>
        <p:spPr>
          <a:xfrm flipH="false" flipV="false" rot="0">
            <a:off x="14268578" y="6458637"/>
            <a:ext cx="2990722" cy="2799663"/>
          </a:xfrm>
          <a:custGeom>
            <a:avLst/>
            <a:gdLst/>
            <a:ahLst/>
            <a:cxnLst/>
            <a:rect r="r" b="b" t="t" l="l"/>
            <a:pathLst>
              <a:path h="2799663" w="2990722">
                <a:moveTo>
                  <a:pt x="0" y="0"/>
                </a:moveTo>
                <a:lnTo>
                  <a:pt x="2990722" y="0"/>
                </a:lnTo>
                <a:lnTo>
                  <a:pt x="2990722" y="2799663"/>
                </a:lnTo>
                <a:lnTo>
                  <a:pt x="0" y="2799663"/>
                </a:lnTo>
                <a:lnTo>
                  <a:pt x="0" y="0"/>
                </a:lnTo>
                <a:close/>
              </a:path>
            </a:pathLst>
          </a:custGeom>
          <a:blipFill>
            <a:blip r:embed="rId23"/>
            <a:stretch>
              <a:fillRect l="-52714" t="0" r="-34508" b="0"/>
            </a:stretch>
          </a:blipFill>
        </p:spPr>
      </p:sp>
      <p:sp>
        <p:nvSpPr>
          <p:cNvPr name="TextBox 24" id="24"/>
          <p:cNvSpPr txBox="true"/>
          <p:nvPr/>
        </p:nvSpPr>
        <p:spPr>
          <a:xfrm rot="0">
            <a:off x="11654596" y="1228725"/>
            <a:ext cx="5604704" cy="1172210"/>
          </a:xfrm>
          <a:prstGeom prst="rect">
            <a:avLst/>
          </a:prstGeom>
        </p:spPr>
        <p:txBody>
          <a:bodyPr anchor="t" rtlCol="false" tIns="0" lIns="0" bIns="0" rIns="0">
            <a:spAutoFit/>
          </a:bodyPr>
          <a:lstStyle/>
          <a:p>
            <a:pPr algn="r" marL="0" indent="0" lvl="0">
              <a:lnSpc>
                <a:spcPts val="4344"/>
              </a:lnSpc>
            </a:pPr>
            <a:r>
              <a:rPr lang="en-US" b="true" sz="5499" spc="-648">
                <a:solidFill>
                  <a:srgbClr val="000000"/>
                </a:solidFill>
                <a:latin typeface="Inter 2 Bold"/>
                <a:ea typeface="Inter 2 Bold"/>
                <a:cs typeface="Inter 2 Bold"/>
                <a:sym typeface="Inter 2 Bold"/>
              </a:rPr>
              <a:t>VENDORS  &amp; RESEARCH ERS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418">
            <a:off x="13133264" y="3387489"/>
            <a:ext cx="4448037" cy="1765869"/>
          </a:xfrm>
          <a:custGeom>
            <a:avLst/>
            <a:gdLst/>
            <a:ahLst/>
            <a:cxnLst/>
            <a:rect r="r" b="b" t="t" l="l"/>
            <a:pathLst>
              <a:path h="1765869" w="4448037">
                <a:moveTo>
                  <a:pt x="0" y="0"/>
                </a:moveTo>
                <a:lnTo>
                  <a:pt x="4448037" y="0"/>
                </a:lnTo>
                <a:lnTo>
                  <a:pt x="4448037" y="1765868"/>
                </a:lnTo>
                <a:lnTo>
                  <a:pt x="0" y="1765868"/>
                </a:lnTo>
                <a:lnTo>
                  <a:pt x="0" y="0"/>
                </a:lnTo>
                <a:close/>
              </a:path>
            </a:pathLst>
          </a:custGeom>
          <a:blipFill>
            <a:blip r:embed="rId2"/>
            <a:stretch>
              <a:fillRect l="0" t="-46418" r="0" b="-31478"/>
            </a:stretch>
          </a:blipFill>
        </p:spPr>
      </p:sp>
      <p:sp>
        <p:nvSpPr>
          <p:cNvPr name="Freeform 3" id="3"/>
          <p:cNvSpPr/>
          <p:nvPr/>
        </p:nvSpPr>
        <p:spPr>
          <a:xfrm flipH="false" flipV="false" rot="0">
            <a:off x="5357865" y="6468796"/>
            <a:ext cx="3046987" cy="3108343"/>
          </a:xfrm>
          <a:custGeom>
            <a:avLst/>
            <a:gdLst/>
            <a:ahLst/>
            <a:cxnLst/>
            <a:rect r="r" b="b" t="t" l="l"/>
            <a:pathLst>
              <a:path h="3108343" w="3046987">
                <a:moveTo>
                  <a:pt x="0" y="0"/>
                </a:moveTo>
                <a:lnTo>
                  <a:pt x="3046987" y="0"/>
                </a:lnTo>
                <a:lnTo>
                  <a:pt x="3046987" y="3108343"/>
                </a:lnTo>
                <a:lnTo>
                  <a:pt x="0" y="3108343"/>
                </a:lnTo>
                <a:lnTo>
                  <a:pt x="0" y="0"/>
                </a:lnTo>
                <a:close/>
              </a:path>
            </a:pathLst>
          </a:custGeom>
          <a:blipFill>
            <a:blip r:embed="rId3"/>
            <a:stretch>
              <a:fillRect l="-47985" t="-23129" r="-57147" b="-19137"/>
            </a:stretch>
          </a:blipFill>
        </p:spPr>
      </p:sp>
      <p:sp>
        <p:nvSpPr>
          <p:cNvPr name="Freeform 4" id="4"/>
          <p:cNvSpPr/>
          <p:nvPr/>
        </p:nvSpPr>
        <p:spPr>
          <a:xfrm flipH="false" flipV="false" rot="0">
            <a:off x="3269987" y="1423234"/>
            <a:ext cx="2483667" cy="1949770"/>
          </a:xfrm>
          <a:custGeom>
            <a:avLst/>
            <a:gdLst/>
            <a:ahLst/>
            <a:cxnLst/>
            <a:rect r="r" b="b" t="t" l="l"/>
            <a:pathLst>
              <a:path h="1949770" w="2483667">
                <a:moveTo>
                  <a:pt x="0" y="0"/>
                </a:moveTo>
                <a:lnTo>
                  <a:pt x="2483667" y="0"/>
                </a:lnTo>
                <a:lnTo>
                  <a:pt x="2483667" y="1949770"/>
                </a:lnTo>
                <a:lnTo>
                  <a:pt x="0" y="1949770"/>
                </a:lnTo>
                <a:lnTo>
                  <a:pt x="0" y="0"/>
                </a:lnTo>
                <a:close/>
              </a:path>
            </a:pathLst>
          </a:custGeom>
          <a:blipFill>
            <a:blip r:embed="rId4"/>
            <a:stretch>
              <a:fillRect l="0" t="0" r="0" b="-472"/>
            </a:stretch>
          </a:blipFill>
        </p:spPr>
      </p:sp>
      <p:sp>
        <p:nvSpPr>
          <p:cNvPr name="Freeform 5" id="5"/>
          <p:cNvSpPr/>
          <p:nvPr/>
        </p:nvSpPr>
        <p:spPr>
          <a:xfrm flipH="true" flipV="false" rot="0">
            <a:off x="9013684" y="6309102"/>
            <a:ext cx="784240" cy="579776"/>
          </a:xfrm>
          <a:custGeom>
            <a:avLst/>
            <a:gdLst/>
            <a:ahLst/>
            <a:cxnLst/>
            <a:rect r="r" b="b" t="t" l="l"/>
            <a:pathLst>
              <a:path h="579776" w="784240">
                <a:moveTo>
                  <a:pt x="784240" y="0"/>
                </a:moveTo>
                <a:lnTo>
                  <a:pt x="0" y="0"/>
                </a:lnTo>
                <a:lnTo>
                  <a:pt x="0" y="579776"/>
                </a:lnTo>
                <a:lnTo>
                  <a:pt x="784240" y="579776"/>
                </a:lnTo>
                <a:lnTo>
                  <a:pt x="784240" y="0"/>
                </a:lnTo>
                <a:close/>
              </a:path>
            </a:pathLst>
          </a:custGeom>
          <a:blipFill>
            <a:blip r:embed="rId5"/>
            <a:stretch>
              <a:fillRect l="-207293" t="-537926" r="-416839" b="-55073"/>
            </a:stretch>
          </a:blipFill>
        </p:spPr>
      </p:sp>
      <p:sp>
        <p:nvSpPr>
          <p:cNvPr name="Freeform 6" id="6"/>
          <p:cNvSpPr/>
          <p:nvPr/>
        </p:nvSpPr>
        <p:spPr>
          <a:xfrm flipH="false" flipV="false" rot="0">
            <a:off x="2155159" y="643951"/>
            <a:ext cx="2081598" cy="1342329"/>
          </a:xfrm>
          <a:custGeom>
            <a:avLst/>
            <a:gdLst/>
            <a:ahLst/>
            <a:cxnLst/>
            <a:rect r="r" b="b" t="t" l="l"/>
            <a:pathLst>
              <a:path h="1342329" w="2081598">
                <a:moveTo>
                  <a:pt x="0" y="0"/>
                </a:moveTo>
                <a:lnTo>
                  <a:pt x="2081598" y="0"/>
                </a:lnTo>
                <a:lnTo>
                  <a:pt x="2081598" y="1342329"/>
                </a:lnTo>
                <a:lnTo>
                  <a:pt x="0" y="1342329"/>
                </a:lnTo>
                <a:lnTo>
                  <a:pt x="0" y="0"/>
                </a:lnTo>
                <a:close/>
              </a:path>
            </a:pathLst>
          </a:custGeom>
          <a:blipFill>
            <a:blip r:embed="rId6"/>
            <a:stretch>
              <a:fillRect l="-23480" t="-27164" r="-13654" b="-23292"/>
            </a:stretch>
          </a:blipFill>
        </p:spPr>
      </p:sp>
      <p:sp>
        <p:nvSpPr>
          <p:cNvPr name="Freeform 7" id="7"/>
          <p:cNvSpPr/>
          <p:nvPr/>
        </p:nvSpPr>
        <p:spPr>
          <a:xfrm flipH="false" flipV="false" rot="0">
            <a:off x="1121956" y="1561518"/>
            <a:ext cx="1765074" cy="1508025"/>
          </a:xfrm>
          <a:custGeom>
            <a:avLst/>
            <a:gdLst/>
            <a:ahLst/>
            <a:cxnLst/>
            <a:rect r="r" b="b" t="t" l="l"/>
            <a:pathLst>
              <a:path h="1508025" w="1765074">
                <a:moveTo>
                  <a:pt x="0" y="0"/>
                </a:moveTo>
                <a:lnTo>
                  <a:pt x="1765074" y="0"/>
                </a:lnTo>
                <a:lnTo>
                  <a:pt x="1765074" y="1508025"/>
                </a:lnTo>
                <a:lnTo>
                  <a:pt x="0" y="1508025"/>
                </a:lnTo>
                <a:lnTo>
                  <a:pt x="0" y="0"/>
                </a:lnTo>
                <a:close/>
              </a:path>
            </a:pathLst>
          </a:custGeom>
          <a:blipFill>
            <a:blip r:embed="rId7"/>
            <a:stretch>
              <a:fillRect l="-71479" t="-39725" r="-60133" b="-52072"/>
            </a:stretch>
          </a:blipFill>
        </p:spPr>
      </p:sp>
      <p:sp>
        <p:nvSpPr>
          <p:cNvPr name="Freeform 8" id="8"/>
          <p:cNvSpPr/>
          <p:nvPr/>
        </p:nvSpPr>
        <p:spPr>
          <a:xfrm flipH="false" flipV="false" rot="0">
            <a:off x="8012769" y="1190191"/>
            <a:ext cx="2262462" cy="1935754"/>
          </a:xfrm>
          <a:custGeom>
            <a:avLst/>
            <a:gdLst/>
            <a:ahLst/>
            <a:cxnLst/>
            <a:rect r="r" b="b" t="t" l="l"/>
            <a:pathLst>
              <a:path h="1935754" w="2262462">
                <a:moveTo>
                  <a:pt x="0" y="0"/>
                </a:moveTo>
                <a:lnTo>
                  <a:pt x="2262462" y="0"/>
                </a:lnTo>
                <a:lnTo>
                  <a:pt x="2262462" y="1935754"/>
                </a:lnTo>
                <a:lnTo>
                  <a:pt x="0" y="1935754"/>
                </a:lnTo>
                <a:lnTo>
                  <a:pt x="0" y="0"/>
                </a:lnTo>
                <a:close/>
              </a:path>
            </a:pathLst>
          </a:custGeom>
          <a:blipFill>
            <a:blip r:embed="rId8"/>
            <a:stretch>
              <a:fillRect l="-37210" t="-22114" r="-37210" b="-22114"/>
            </a:stretch>
          </a:blipFill>
        </p:spPr>
      </p:sp>
      <p:sp>
        <p:nvSpPr>
          <p:cNvPr name="Freeform 9" id="9"/>
          <p:cNvSpPr/>
          <p:nvPr/>
        </p:nvSpPr>
        <p:spPr>
          <a:xfrm flipH="false" flipV="false" rot="0">
            <a:off x="651003" y="3154696"/>
            <a:ext cx="2148067" cy="1464656"/>
          </a:xfrm>
          <a:custGeom>
            <a:avLst/>
            <a:gdLst/>
            <a:ahLst/>
            <a:cxnLst/>
            <a:rect r="r" b="b" t="t" l="l"/>
            <a:pathLst>
              <a:path h="1464656" w="2148067">
                <a:moveTo>
                  <a:pt x="0" y="0"/>
                </a:moveTo>
                <a:lnTo>
                  <a:pt x="2148067" y="0"/>
                </a:lnTo>
                <a:lnTo>
                  <a:pt x="2148067" y="1464656"/>
                </a:lnTo>
                <a:lnTo>
                  <a:pt x="0" y="1464656"/>
                </a:lnTo>
                <a:lnTo>
                  <a:pt x="0" y="0"/>
                </a:lnTo>
                <a:close/>
              </a:path>
            </a:pathLst>
          </a:custGeom>
          <a:blipFill>
            <a:blip r:embed="rId9"/>
            <a:stretch>
              <a:fillRect l="-10585" t="-12864" r="-10585" b="-12864"/>
            </a:stretch>
          </a:blipFill>
        </p:spPr>
      </p:sp>
      <p:sp>
        <p:nvSpPr>
          <p:cNvPr name="Freeform 10" id="10"/>
          <p:cNvSpPr/>
          <p:nvPr/>
        </p:nvSpPr>
        <p:spPr>
          <a:xfrm flipH="false" flipV="false" rot="0">
            <a:off x="5276445" y="6888878"/>
            <a:ext cx="1002773" cy="910170"/>
          </a:xfrm>
          <a:custGeom>
            <a:avLst/>
            <a:gdLst/>
            <a:ahLst/>
            <a:cxnLst/>
            <a:rect r="r" b="b" t="t" l="l"/>
            <a:pathLst>
              <a:path h="910170" w="1002773">
                <a:moveTo>
                  <a:pt x="0" y="0"/>
                </a:moveTo>
                <a:lnTo>
                  <a:pt x="1002772" y="0"/>
                </a:lnTo>
                <a:lnTo>
                  <a:pt x="1002772" y="910170"/>
                </a:lnTo>
                <a:lnTo>
                  <a:pt x="0" y="910170"/>
                </a:lnTo>
                <a:lnTo>
                  <a:pt x="0" y="0"/>
                </a:lnTo>
                <a:close/>
              </a:path>
            </a:pathLst>
          </a:custGeom>
          <a:blipFill>
            <a:blip r:embed="rId10"/>
            <a:stretch>
              <a:fillRect l="-54970" t="-185863" r="-261943" b="-39113"/>
            </a:stretch>
          </a:blipFill>
        </p:spPr>
      </p:sp>
      <p:sp>
        <p:nvSpPr>
          <p:cNvPr name="Freeform 11" id="11"/>
          <p:cNvSpPr/>
          <p:nvPr/>
        </p:nvSpPr>
        <p:spPr>
          <a:xfrm flipH="false" flipV="false" rot="0">
            <a:off x="5487755" y="8652959"/>
            <a:ext cx="580151" cy="633455"/>
          </a:xfrm>
          <a:custGeom>
            <a:avLst/>
            <a:gdLst/>
            <a:ahLst/>
            <a:cxnLst/>
            <a:rect r="r" b="b" t="t" l="l"/>
            <a:pathLst>
              <a:path h="633455" w="580151">
                <a:moveTo>
                  <a:pt x="0" y="0"/>
                </a:moveTo>
                <a:lnTo>
                  <a:pt x="580151" y="0"/>
                </a:lnTo>
                <a:lnTo>
                  <a:pt x="580151" y="633455"/>
                </a:lnTo>
                <a:lnTo>
                  <a:pt x="0" y="633455"/>
                </a:lnTo>
                <a:lnTo>
                  <a:pt x="0" y="0"/>
                </a:lnTo>
                <a:close/>
              </a:path>
            </a:pathLst>
          </a:custGeom>
          <a:blipFill>
            <a:blip r:embed="rId11"/>
            <a:stretch>
              <a:fillRect l="-157487" t="-211599" r="-456967" b="-151342"/>
            </a:stretch>
          </a:blipFill>
        </p:spPr>
      </p:sp>
      <p:sp>
        <p:nvSpPr>
          <p:cNvPr name="Freeform 12" id="12"/>
          <p:cNvSpPr/>
          <p:nvPr/>
        </p:nvSpPr>
        <p:spPr>
          <a:xfrm flipH="false" flipV="false" rot="-8438886">
            <a:off x="3603653" y="3740870"/>
            <a:ext cx="1816334" cy="1347688"/>
          </a:xfrm>
          <a:custGeom>
            <a:avLst/>
            <a:gdLst/>
            <a:ahLst/>
            <a:cxnLst/>
            <a:rect r="r" b="b" t="t" l="l"/>
            <a:pathLst>
              <a:path h="1347688" w="1816334">
                <a:moveTo>
                  <a:pt x="0" y="0"/>
                </a:moveTo>
                <a:lnTo>
                  <a:pt x="1816335" y="0"/>
                </a:lnTo>
                <a:lnTo>
                  <a:pt x="1816335" y="1347688"/>
                </a:lnTo>
                <a:lnTo>
                  <a:pt x="0" y="1347688"/>
                </a:lnTo>
                <a:lnTo>
                  <a:pt x="0" y="0"/>
                </a:lnTo>
                <a:close/>
              </a:path>
            </a:pathLst>
          </a:custGeom>
          <a:blipFill>
            <a:blip r:embed="rId12"/>
            <a:stretch>
              <a:fillRect l="-14703" t="-11696" r="-14703" b="-11696"/>
            </a:stretch>
          </a:blipFill>
        </p:spPr>
      </p:sp>
      <p:sp>
        <p:nvSpPr>
          <p:cNvPr name="Freeform 13" id="13"/>
          <p:cNvSpPr/>
          <p:nvPr/>
        </p:nvSpPr>
        <p:spPr>
          <a:xfrm flipH="false" flipV="false" rot="0">
            <a:off x="9640953" y="850485"/>
            <a:ext cx="3486601" cy="2930090"/>
          </a:xfrm>
          <a:custGeom>
            <a:avLst/>
            <a:gdLst/>
            <a:ahLst/>
            <a:cxnLst/>
            <a:rect r="r" b="b" t="t" l="l"/>
            <a:pathLst>
              <a:path h="2930090" w="3486601">
                <a:moveTo>
                  <a:pt x="0" y="0"/>
                </a:moveTo>
                <a:lnTo>
                  <a:pt x="3486601" y="0"/>
                </a:lnTo>
                <a:lnTo>
                  <a:pt x="3486601" y="2930091"/>
                </a:lnTo>
                <a:lnTo>
                  <a:pt x="0" y="2930091"/>
                </a:lnTo>
                <a:lnTo>
                  <a:pt x="0" y="0"/>
                </a:lnTo>
                <a:close/>
              </a:path>
            </a:pathLst>
          </a:custGeom>
          <a:blipFill>
            <a:blip r:embed="rId13"/>
            <a:stretch>
              <a:fillRect l="-12280" t="0" r="-21727" b="-12817"/>
            </a:stretch>
          </a:blipFill>
        </p:spPr>
      </p:sp>
      <p:sp>
        <p:nvSpPr>
          <p:cNvPr name="Freeform 14" id="14"/>
          <p:cNvSpPr/>
          <p:nvPr/>
        </p:nvSpPr>
        <p:spPr>
          <a:xfrm flipH="true" flipV="false" rot="0">
            <a:off x="10007474" y="3808867"/>
            <a:ext cx="3266072" cy="2814046"/>
          </a:xfrm>
          <a:custGeom>
            <a:avLst/>
            <a:gdLst/>
            <a:ahLst/>
            <a:cxnLst/>
            <a:rect r="r" b="b" t="t" l="l"/>
            <a:pathLst>
              <a:path h="2814046" w="3266072">
                <a:moveTo>
                  <a:pt x="3266072" y="0"/>
                </a:moveTo>
                <a:lnTo>
                  <a:pt x="0" y="0"/>
                </a:lnTo>
                <a:lnTo>
                  <a:pt x="0" y="2814046"/>
                </a:lnTo>
                <a:lnTo>
                  <a:pt x="3266072" y="2814046"/>
                </a:lnTo>
                <a:lnTo>
                  <a:pt x="3266072" y="0"/>
                </a:lnTo>
                <a:close/>
              </a:path>
            </a:pathLst>
          </a:custGeom>
          <a:blipFill>
            <a:blip r:embed="rId14"/>
            <a:stretch>
              <a:fillRect l="-30951" t="-16472" r="-30951" b="-16472"/>
            </a:stretch>
          </a:blipFill>
        </p:spPr>
      </p:sp>
      <p:sp>
        <p:nvSpPr>
          <p:cNvPr name="Freeform 15" id="15"/>
          <p:cNvSpPr/>
          <p:nvPr/>
        </p:nvSpPr>
        <p:spPr>
          <a:xfrm flipH="false" flipV="false" rot="0">
            <a:off x="10568097" y="8188844"/>
            <a:ext cx="663333" cy="543414"/>
          </a:xfrm>
          <a:custGeom>
            <a:avLst/>
            <a:gdLst/>
            <a:ahLst/>
            <a:cxnLst/>
            <a:rect r="r" b="b" t="t" l="l"/>
            <a:pathLst>
              <a:path h="543414" w="663333">
                <a:moveTo>
                  <a:pt x="0" y="0"/>
                </a:moveTo>
                <a:lnTo>
                  <a:pt x="663333" y="0"/>
                </a:lnTo>
                <a:lnTo>
                  <a:pt x="663333" y="543414"/>
                </a:lnTo>
                <a:lnTo>
                  <a:pt x="0" y="543414"/>
                </a:lnTo>
                <a:lnTo>
                  <a:pt x="0" y="0"/>
                </a:lnTo>
                <a:close/>
              </a:path>
            </a:pathLst>
          </a:custGeom>
          <a:blipFill>
            <a:blip r:embed="rId15"/>
            <a:stretch>
              <a:fillRect l="-61000" t="-33162" r="-312105" b="-275426"/>
            </a:stretch>
          </a:blipFill>
        </p:spPr>
      </p:sp>
      <p:sp>
        <p:nvSpPr>
          <p:cNvPr name="Freeform 16" id="16"/>
          <p:cNvSpPr/>
          <p:nvPr/>
        </p:nvSpPr>
        <p:spPr>
          <a:xfrm flipH="false" flipV="false" rot="-10800000">
            <a:off x="4832318" y="1190191"/>
            <a:ext cx="2552422" cy="1526356"/>
          </a:xfrm>
          <a:custGeom>
            <a:avLst/>
            <a:gdLst/>
            <a:ahLst/>
            <a:cxnLst/>
            <a:rect r="r" b="b" t="t" l="l"/>
            <a:pathLst>
              <a:path h="1526356" w="2552422">
                <a:moveTo>
                  <a:pt x="0" y="0"/>
                </a:moveTo>
                <a:lnTo>
                  <a:pt x="2552423" y="0"/>
                </a:lnTo>
                <a:lnTo>
                  <a:pt x="2552423" y="1526355"/>
                </a:lnTo>
                <a:lnTo>
                  <a:pt x="0" y="1526355"/>
                </a:lnTo>
                <a:lnTo>
                  <a:pt x="0" y="0"/>
                </a:lnTo>
                <a:close/>
              </a:path>
            </a:pathLst>
          </a:custGeom>
          <a:blipFill>
            <a:blip r:embed="rId16"/>
            <a:stretch>
              <a:fillRect l="-7793" t="-12669" r="-13359" b="-30667"/>
            </a:stretch>
          </a:blipFill>
        </p:spPr>
      </p:sp>
      <p:sp>
        <p:nvSpPr>
          <p:cNvPr name="Freeform 17" id="17"/>
          <p:cNvSpPr/>
          <p:nvPr/>
        </p:nvSpPr>
        <p:spPr>
          <a:xfrm flipH="false" flipV="false" rot="0">
            <a:off x="6881358" y="1646671"/>
            <a:ext cx="1844724" cy="1984957"/>
          </a:xfrm>
          <a:custGeom>
            <a:avLst/>
            <a:gdLst/>
            <a:ahLst/>
            <a:cxnLst/>
            <a:rect r="r" b="b" t="t" l="l"/>
            <a:pathLst>
              <a:path h="1984957" w="1844724">
                <a:moveTo>
                  <a:pt x="0" y="0"/>
                </a:moveTo>
                <a:lnTo>
                  <a:pt x="1844724" y="0"/>
                </a:lnTo>
                <a:lnTo>
                  <a:pt x="1844724" y="1984957"/>
                </a:lnTo>
                <a:lnTo>
                  <a:pt x="0" y="1984957"/>
                </a:lnTo>
                <a:lnTo>
                  <a:pt x="0" y="0"/>
                </a:lnTo>
                <a:close/>
              </a:path>
            </a:pathLst>
          </a:custGeom>
          <a:blipFill>
            <a:blip r:embed="rId17"/>
            <a:stretch>
              <a:fillRect l="-57765" t="-20857" r="-57765" b="-20857"/>
            </a:stretch>
          </a:blipFill>
        </p:spPr>
      </p:sp>
      <p:sp>
        <p:nvSpPr>
          <p:cNvPr name="Freeform 18" id="18"/>
          <p:cNvSpPr/>
          <p:nvPr/>
        </p:nvSpPr>
        <p:spPr>
          <a:xfrm flipH="false" flipV="false" rot="0">
            <a:off x="1028700" y="4812500"/>
            <a:ext cx="1622952" cy="1398254"/>
          </a:xfrm>
          <a:custGeom>
            <a:avLst/>
            <a:gdLst/>
            <a:ahLst/>
            <a:cxnLst/>
            <a:rect r="r" b="b" t="t" l="l"/>
            <a:pathLst>
              <a:path h="1398254" w="1622952">
                <a:moveTo>
                  <a:pt x="0" y="0"/>
                </a:moveTo>
                <a:lnTo>
                  <a:pt x="1622952" y="0"/>
                </a:lnTo>
                <a:lnTo>
                  <a:pt x="1622952" y="1398254"/>
                </a:lnTo>
                <a:lnTo>
                  <a:pt x="0" y="1398254"/>
                </a:lnTo>
                <a:lnTo>
                  <a:pt x="0" y="0"/>
                </a:lnTo>
                <a:close/>
              </a:path>
            </a:pathLst>
          </a:custGeom>
          <a:blipFill>
            <a:blip r:embed="rId18"/>
            <a:stretch>
              <a:fillRect l="-19632" t="-8725" r="-23391" b="-8725"/>
            </a:stretch>
          </a:blipFill>
        </p:spPr>
      </p:sp>
      <p:sp>
        <p:nvSpPr>
          <p:cNvPr name="Freeform 19" id="19"/>
          <p:cNvSpPr/>
          <p:nvPr/>
        </p:nvSpPr>
        <p:spPr>
          <a:xfrm flipH="false" flipV="false" rot="0">
            <a:off x="10759130" y="7467295"/>
            <a:ext cx="3090062" cy="2057007"/>
          </a:xfrm>
          <a:custGeom>
            <a:avLst/>
            <a:gdLst/>
            <a:ahLst/>
            <a:cxnLst/>
            <a:rect r="r" b="b" t="t" l="l"/>
            <a:pathLst>
              <a:path h="2057007" w="3090062">
                <a:moveTo>
                  <a:pt x="0" y="0"/>
                </a:moveTo>
                <a:lnTo>
                  <a:pt x="3090063" y="0"/>
                </a:lnTo>
                <a:lnTo>
                  <a:pt x="3090063" y="2057007"/>
                </a:lnTo>
                <a:lnTo>
                  <a:pt x="0" y="2057007"/>
                </a:lnTo>
                <a:lnTo>
                  <a:pt x="0" y="0"/>
                </a:lnTo>
                <a:close/>
              </a:path>
            </a:pathLst>
          </a:custGeom>
          <a:blipFill>
            <a:blip r:embed="rId19"/>
            <a:stretch>
              <a:fillRect l="-25042" t="-29756" r="-25042" b="-29756"/>
            </a:stretch>
          </a:blipFill>
        </p:spPr>
      </p:sp>
      <p:sp>
        <p:nvSpPr>
          <p:cNvPr name="Freeform 20" id="20"/>
          <p:cNvSpPr/>
          <p:nvPr/>
        </p:nvSpPr>
        <p:spPr>
          <a:xfrm flipH="false" flipV="false" rot="0">
            <a:off x="7951240" y="6748821"/>
            <a:ext cx="3997623" cy="2828318"/>
          </a:xfrm>
          <a:custGeom>
            <a:avLst/>
            <a:gdLst/>
            <a:ahLst/>
            <a:cxnLst/>
            <a:rect r="r" b="b" t="t" l="l"/>
            <a:pathLst>
              <a:path h="2828318" w="3997623">
                <a:moveTo>
                  <a:pt x="0" y="0"/>
                </a:moveTo>
                <a:lnTo>
                  <a:pt x="3997623" y="0"/>
                </a:lnTo>
                <a:lnTo>
                  <a:pt x="3997623" y="2828318"/>
                </a:lnTo>
                <a:lnTo>
                  <a:pt x="0" y="2828318"/>
                </a:lnTo>
                <a:lnTo>
                  <a:pt x="0" y="0"/>
                </a:lnTo>
                <a:close/>
              </a:path>
            </a:pathLst>
          </a:custGeom>
          <a:blipFill>
            <a:blip r:embed="rId20"/>
            <a:stretch>
              <a:fillRect l="0" t="0" r="0" b="0"/>
            </a:stretch>
          </a:blipFill>
        </p:spPr>
      </p:sp>
      <p:sp>
        <p:nvSpPr>
          <p:cNvPr name="Freeform 21" id="21"/>
          <p:cNvSpPr/>
          <p:nvPr/>
        </p:nvSpPr>
        <p:spPr>
          <a:xfrm flipH="false" flipV="false" rot="0">
            <a:off x="13216123" y="4652036"/>
            <a:ext cx="4180830" cy="2233176"/>
          </a:xfrm>
          <a:custGeom>
            <a:avLst/>
            <a:gdLst/>
            <a:ahLst/>
            <a:cxnLst/>
            <a:rect r="r" b="b" t="t" l="l"/>
            <a:pathLst>
              <a:path h="2233176" w="4180830">
                <a:moveTo>
                  <a:pt x="0" y="0"/>
                </a:moveTo>
                <a:lnTo>
                  <a:pt x="4180830" y="0"/>
                </a:lnTo>
                <a:lnTo>
                  <a:pt x="4180830" y="2233176"/>
                </a:lnTo>
                <a:lnTo>
                  <a:pt x="0" y="2233176"/>
                </a:lnTo>
                <a:lnTo>
                  <a:pt x="0" y="0"/>
                </a:lnTo>
                <a:close/>
              </a:path>
            </a:pathLst>
          </a:custGeom>
          <a:blipFill>
            <a:blip r:embed="rId21"/>
            <a:stretch>
              <a:fillRect l="-6706" t="-25109" r="-6706" b="-25109"/>
            </a:stretch>
          </a:blipFill>
        </p:spPr>
      </p:sp>
      <p:sp>
        <p:nvSpPr>
          <p:cNvPr name="Freeform 22" id="22"/>
          <p:cNvSpPr/>
          <p:nvPr/>
        </p:nvSpPr>
        <p:spPr>
          <a:xfrm flipH="false" flipV="false" rot="0">
            <a:off x="13368523" y="6830304"/>
            <a:ext cx="2628443" cy="2648717"/>
          </a:xfrm>
          <a:custGeom>
            <a:avLst/>
            <a:gdLst/>
            <a:ahLst/>
            <a:cxnLst/>
            <a:rect r="r" b="b" t="t" l="l"/>
            <a:pathLst>
              <a:path h="2648717" w="2628443">
                <a:moveTo>
                  <a:pt x="0" y="0"/>
                </a:moveTo>
                <a:lnTo>
                  <a:pt x="2628444" y="0"/>
                </a:lnTo>
                <a:lnTo>
                  <a:pt x="2628444" y="2648717"/>
                </a:lnTo>
                <a:lnTo>
                  <a:pt x="0" y="2648717"/>
                </a:lnTo>
                <a:lnTo>
                  <a:pt x="0" y="0"/>
                </a:lnTo>
                <a:close/>
              </a:path>
            </a:pathLst>
          </a:custGeom>
          <a:blipFill>
            <a:blip r:embed="rId22"/>
            <a:stretch>
              <a:fillRect l="-40377" t="-13452" r="-40377" b="-13452"/>
            </a:stretch>
          </a:blipFill>
        </p:spPr>
      </p:sp>
      <p:sp>
        <p:nvSpPr>
          <p:cNvPr name="Freeform 23" id="23"/>
          <p:cNvSpPr/>
          <p:nvPr/>
        </p:nvSpPr>
        <p:spPr>
          <a:xfrm flipH="false" flipV="false" rot="0">
            <a:off x="4684432" y="4654939"/>
            <a:ext cx="2848194" cy="1798509"/>
          </a:xfrm>
          <a:custGeom>
            <a:avLst/>
            <a:gdLst/>
            <a:ahLst/>
            <a:cxnLst/>
            <a:rect r="r" b="b" t="t" l="l"/>
            <a:pathLst>
              <a:path h="1798509" w="2848194">
                <a:moveTo>
                  <a:pt x="0" y="0"/>
                </a:moveTo>
                <a:lnTo>
                  <a:pt x="2848195" y="0"/>
                </a:lnTo>
                <a:lnTo>
                  <a:pt x="2848195" y="1798508"/>
                </a:lnTo>
                <a:lnTo>
                  <a:pt x="0" y="1798508"/>
                </a:lnTo>
                <a:lnTo>
                  <a:pt x="0" y="0"/>
                </a:lnTo>
                <a:close/>
              </a:path>
            </a:pathLst>
          </a:custGeom>
          <a:blipFill>
            <a:blip r:embed="rId23"/>
            <a:stretch>
              <a:fillRect l="-11436" t="-18834" r="-11436" b="-18834"/>
            </a:stretch>
          </a:blipFill>
        </p:spPr>
      </p:sp>
      <p:sp>
        <p:nvSpPr>
          <p:cNvPr name="Freeform 24" id="24"/>
          <p:cNvSpPr/>
          <p:nvPr/>
        </p:nvSpPr>
        <p:spPr>
          <a:xfrm flipH="false" flipV="false" rot="0">
            <a:off x="-171970" y="6144345"/>
            <a:ext cx="3058999" cy="2316206"/>
          </a:xfrm>
          <a:custGeom>
            <a:avLst/>
            <a:gdLst/>
            <a:ahLst/>
            <a:cxnLst/>
            <a:rect r="r" b="b" t="t" l="l"/>
            <a:pathLst>
              <a:path h="2316206" w="3058999">
                <a:moveTo>
                  <a:pt x="0" y="0"/>
                </a:moveTo>
                <a:lnTo>
                  <a:pt x="3059000" y="0"/>
                </a:lnTo>
                <a:lnTo>
                  <a:pt x="3059000" y="2316206"/>
                </a:lnTo>
                <a:lnTo>
                  <a:pt x="0" y="2316206"/>
                </a:lnTo>
                <a:lnTo>
                  <a:pt x="0" y="0"/>
                </a:lnTo>
                <a:close/>
              </a:path>
            </a:pathLst>
          </a:custGeom>
          <a:blipFill>
            <a:blip r:embed="rId24"/>
            <a:stretch>
              <a:fillRect l="-12979" t="-8847" r="-12979" b="-8847"/>
            </a:stretch>
          </a:blipFill>
        </p:spPr>
      </p:sp>
      <p:sp>
        <p:nvSpPr>
          <p:cNvPr name="Freeform 25" id="25"/>
          <p:cNvSpPr/>
          <p:nvPr/>
        </p:nvSpPr>
        <p:spPr>
          <a:xfrm flipH="false" flipV="false" rot="0">
            <a:off x="2887030" y="5267236"/>
            <a:ext cx="1520859" cy="1398254"/>
          </a:xfrm>
          <a:custGeom>
            <a:avLst/>
            <a:gdLst/>
            <a:ahLst/>
            <a:cxnLst/>
            <a:rect r="r" b="b" t="t" l="l"/>
            <a:pathLst>
              <a:path h="1398254" w="1520859">
                <a:moveTo>
                  <a:pt x="0" y="0"/>
                </a:moveTo>
                <a:lnTo>
                  <a:pt x="1520858" y="0"/>
                </a:lnTo>
                <a:lnTo>
                  <a:pt x="1520858" y="1398254"/>
                </a:lnTo>
                <a:lnTo>
                  <a:pt x="0" y="1398254"/>
                </a:lnTo>
                <a:lnTo>
                  <a:pt x="0" y="0"/>
                </a:lnTo>
                <a:close/>
              </a:path>
            </a:pathLst>
          </a:custGeom>
          <a:blipFill>
            <a:blip r:embed="rId25"/>
            <a:stretch>
              <a:fillRect l="-27032" t="-9279" r="-27032" b="-9279"/>
            </a:stretch>
          </a:blipFill>
        </p:spPr>
      </p:sp>
      <p:sp>
        <p:nvSpPr>
          <p:cNvPr name="Freeform 26" id="26"/>
          <p:cNvSpPr/>
          <p:nvPr/>
        </p:nvSpPr>
        <p:spPr>
          <a:xfrm flipH="false" flipV="false" rot="0">
            <a:off x="1741935" y="6665490"/>
            <a:ext cx="4313924" cy="3046709"/>
          </a:xfrm>
          <a:custGeom>
            <a:avLst/>
            <a:gdLst/>
            <a:ahLst/>
            <a:cxnLst/>
            <a:rect r="r" b="b" t="t" l="l"/>
            <a:pathLst>
              <a:path h="3046709" w="4313924">
                <a:moveTo>
                  <a:pt x="0" y="0"/>
                </a:moveTo>
                <a:lnTo>
                  <a:pt x="4313924" y="0"/>
                </a:lnTo>
                <a:lnTo>
                  <a:pt x="4313924" y="3046709"/>
                </a:lnTo>
                <a:lnTo>
                  <a:pt x="0" y="304670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27" id="27"/>
          <p:cNvSpPr txBox="true"/>
          <p:nvPr/>
        </p:nvSpPr>
        <p:spPr>
          <a:xfrm rot="0">
            <a:off x="12955677" y="1228725"/>
            <a:ext cx="4313148" cy="1715135"/>
          </a:xfrm>
          <a:prstGeom prst="rect">
            <a:avLst/>
          </a:prstGeom>
        </p:spPr>
        <p:txBody>
          <a:bodyPr anchor="t" rtlCol="false" tIns="0" lIns="0" bIns="0" rIns="0">
            <a:spAutoFit/>
          </a:bodyPr>
          <a:lstStyle/>
          <a:p>
            <a:pPr algn="r">
              <a:lnSpc>
                <a:spcPts val="4344"/>
              </a:lnSpc>
            </a:pPr>
            <a:r>
              <a:rPr lang="en-US" b="true" sz="5499" spc="-648">
                <a:solidFill>
                  <a:srgbClr val="000000"/>
                </a:solidFill>
                <a:latin typeface="Inter 2 Bold"/>
                <a:ea typeface="Inter 2 Bold"/>
                <a:cs typeface="Inter 2 Bold"/>
                <a:sym typeface="Inter 2 Bold"/>
              </a:rPr>
              <a:t>ANIMALS , VEGETABLES</a:t>
            </a:r>
          </a:p>
          <a:p>
            <a:pPr algn="r" marL="0" indent="0" lvl="0">
              <a:lnSpc>
                <a:spcPts val="4344"/>
              </a:lnSpc>
            </a:pPr>
            <a:r>
              <a:rPr lang="en-US" b="true" sz="5499" spc="-648">
                <a:solidFill>
                  <a:srgbClr val="000000"/>
                </a:solidFill>
                <a:latin typeface="Inter 2 Bold"/>
                <a:ea typeface="Inter 2 Bold"/>
                <a:cs typeface="Inter 2 Bold"/>
                <a:sym typeface="Inter 2 Bold"/>
              </a:rPr>
              <a:t>&amp; FRUIT</a:t>
            </a:r>
          </a:p>
        </p:txBody>
      </p:sp>
      <p:sp>
        <p:nvSpPr>
          <p:cNvPr name="Freeform 28" id="28"/>
          <p:cNvSpPr/>
          <p:nvPr/>
        </p:nvSpPr>
        <p:spPr>
          <a:xfrm flipH="true" flipV="false" rot="0">
            <a:off x="5640904" y="3154696"/>
            <a:ext cx="5837008" cy="4122387"/>
          </a:xfrm>
          <a:custGeom>
            <a:avLst/>
            <a:gdLst/>
            <a:ahLst/>
            <a:cxnLst/>
            <a:rect r="r" b="b" t="t" l="l"/>
            <a:pathLst>
              <a:path h="4122387" w="5837008">
                <a:moveTo>
                  <a:pt x="5837008" y="0"/>
                </a:moveTo>
                <a:lnTo>
                  <a:pt x="0" y="0"/>
                </a:lnTo>
                <a:lnTo>
                  <a:pt x="0" y="4122388"/>
                </a:lnTo>
                <a:lnTo>
                  <a:pt x="5837008" y="4122388"/>
                </a:lnTo>
                <a:lnTo>
                  <a:pt x="5837008"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DAG54ehXbJQ</dc:identifier>
  <dcterms:modified xsi:type="dcterms:W3CDTF">2011-08-01T06:04:30Z</dcterms:modified>
  <cp:revision>1</cp:revision>
  <dc:title>CANARIES_Light_Presentation</dc:title>
</cp:coreProperties>
</file>